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8"/>
  </p:notesMasterIdLst>
  <p:sldIdLst>
    <p:sldId id="256" r:id="rId5"/>
    <p:sldId id="334" r:id="rId6"/>
    <p:sldId id="335" r:id="rId7"/>
    <p:sldId id="336" r:id="rId8"/>
    <p:sldId id="360" r:id="rId9"/>
    <p:sldId id="351" r:id="rId10"/>
    <p:sldId id="361" r:id="rId11"/>
    <p:sldId id="366" r:id="rId12"/>
    <p:sldId id="353" r:id="rId13"/>
    <p:sldId id="349" r:id="rId14"/>
    <p:sldId id="338" r:id="rId15"/>
    <p:sldId id="348" r:id="rId16"/>
    <p:sldId id="350" r:id="rId17"/>
    <p:sldId id="339" r:id="rId18"/>
    <p:sldId id="340" r:id="rId19"/>
    <p:sldId id="354" r:id="rId20"/>
    <p:sldId id="342" r:id="rId21"/>
    <p:sldId id="344" r:id="rId22"/>
    <p:sldId id="345" r:id="rId23"/>
    <p:sldId id="343" r:id="rId24"/>
    <p:sldId id="355" r:id="rId25"/>
    <p:sldId id="356" r:id="rId26"/>
    <p:sldId id="346" r:id="rId27"/>
    <p:sldId id="357" r:id="rId28"/>
    <p:sldId id="341" r:id="rId29"/>
    <p:sldId id="322" r:id="rId30"/>
    <p:sldId id="323" r:id="rId31"/>
    <p:sldId id="324" r:id="rId32"/>
    <p:sldId id="362" r:id="rId33"/>
    <p:sldId id="364" r:id="rId34"/>
    <p:sldId id="365" r:id="rId35"/>
    <p:sldId id="326" r:id="rId36"/>
    <p:sldId id="327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3" roundtripDataSignature="AMtx7miLAPrl4d+V1IstkCCj/PL+6qtY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A07753-A8CC-A436-9E63-AD85AD450EFD}" v="1" dt="2025-11-30T18:13:53.049"/>
  </p1510:revLst>
</p1510:revInfo>
</file>

<file path=ppt/tableStyles.xml><?xml version="1.0" encoding="utf-8"?>
<a:tblStyleLst xmlns:a="http://schemas.openxmlformats.org/drawingml/2006/main" def="{E1EA1CD8-9A49-4420-9597-29AC4BAAC592}">
  <a:tblStyle styleId="{E1EA1CD8-9A49-4420-9597-29AC4BAAC5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63" Type="http://customschemas.google.com/relationships/presentationmetadata" Target="metadata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6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7:53:14.399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48 112 7943,'-19'-19'-187,"3"-3"-47,8 5 1,4 1 129,8 3 1,13 2-81,12 3 1,10 3 183,2 5 0,5 0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7:54:01.783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864 864 7870,'-54'0'442,"2"0"1,4 0-226,6 0 1,15 6-1221,11 2 690,8-3 0,11 1-49,5-6 0,5-3 362,12-5 0,5-6 0,2-11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7:54:13.413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7217 1838 7264,'-6'-12'-1148,"3"-1"1148,-5 1 0,5-4 0,-1-1 0,-3-5 0,1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8:58:48.927"/>
    </inkml:context>
    <inkml:brush xml:id="br0">
      <inkml:brushProperty name="width" value="0.08" units="cm"/>
      <inkml:brushProperty name="height" value="0.08" units="cm"/>
      <inkml:brushProperty name="color" value="#AB008B"/>
    </inkml:brush>
  </inkml:definitions>
  <inkml:trace contextRef="#ctx0" brushRef="#br0">803 2307 9432,'-12'0'0,"-1"0"0,1 0 0,0 0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9:01:13.574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555 1419 8454,'-30'0'0,"4"-4"227,-3 0 1,4 0 436,5 4 0,3 1-617,9 3 1,-1-1-536,5 5 1,-1-4-19,5 5 0,3-5 506,5 4 0,1 0 0,8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15:57.850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59 353 8452,'-8'0'-2280,"1"0"2313,1 0-96,4 0 58,-4 7 73,-1-6 32,5 6-39,-4-7 56,-1 0-91,6 0-20,-6 0 29,7 0-36,0 0 0,0 6 1,0 2-1</inkml:trace>
  <inkml:trace contextRef="#ctx0" brushRef="#br0" timeOffset="2368">221 15 13679,'8'-8'202,"5"1"0,-5 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8:42.631"/>
    </inkml:context>
    <inkml:brush xml:id="br0">
      <inkml:brushProperty name="width" value="0.08" units="cm"/>
      <inkml:brushProperty name="height" value="0.08" units="cm"/>
      <inkml:brushProperty name="color" value="#FF0066"/>
    </inkml:brush>
  </inkml:definitions>
  <inkml:trace contextRef="#ctx0" brushRef="#br0">0 0 9848,'0'0'0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8:43.590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 45 7096,'0'-8'-4,"0"0"231,0 3 19,0 3 16,0-4 8,0 6 65,0-7-93,0 5-72,0-4-64,0 6 343,0 0-382,0 6-45,0-4-6,0 5-106,0-7-1711,0 0 1325,6 0-170,-4 0 646,5 6 0,-7-4 0,0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8:10:30.74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543 402 7514,'-4'-8'-760,"0"0"0,0 4 743,4-5 1,-5 5 45,1-4-29,0 5 0,4-13 0,0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1:52.545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588 89 8240,'-6'-15'-1231,"-1"0"1567,-3 1 1,-1 4-36,6 0 1,-6 7-14,1-2 0,2-2-105,-2 2 1,0 0-31,-5 5 1,-4 0-227,-1 0 1,-4 5 163,4 0 1,-11 7-149,2-3 1,-4 3 116,4-2 1,-1 3-19,1-3 1,1 3 32,3 1 1,-1-4 132,7 0-110,-7 0 0,6 0 87,0-1 306,1-5-276,11 2 278,-1-6-220,3 0-59,6 7 55,0-6-210,0 12 1,0-4-3,0 5 0,0 1-23,0 0 1,-2-1-15,-3 1 0,4 1 67,-4 4 1,3-4-143,2 4 1,0 1 76,0-1 0,0 1-123,0-1 0,0-4 127,0 3 0,0-2-144,0-3 0,0 1 122,0 0 0,2-2-91,3-3 1,-2-4 74,7-6 1,-5 0-4,5 0 0,-1 0 23,6 0 1,5-1-28,-1-4 1,2 1 82,-1-5 1,1 4-72,4-5 0,1 5 142,-6-5 1,4 7-50,-4-2 1,-1-1-39,-4 1 0,0 0 57,-1 5 1,-4 5-62,0 0 0,-7 6-4,2-1 1,-3 3 14,-2 2 1,-2 4-91,-3 1 0,-3 1 75,-7-1 1,-1-4-352,-4 4 0,2 1-46,-6-2 1,4 1-48,-4-5 0,4-1 21,-4 1 0,6-2-154,-2-3-61,4-4 93,1-6 75,7 0 0,1-6 34,7-4 0,7-3-426,3-2 822,9 1 0,-2-1 0,4 0 0</inkml:trace>
  <inkml:trace contextRef="#ctx0" brushRef="#br0" timeOffset="300">794 265 8337,'0'-15'661,"0"-4"-401,0-1 0,0 5 952,0 6-212,-7 5-565,6-2 1,-7 7-101,3 4 0,3 8 10,-3 7 1,2 5-151,-2-6 1,3 7-115,-2-1 0,2 2-341,2 3 1,0-1 245,0 1 0,0-6-771,0 1 1,0-1 425,0 6 0,0-3-718,0-2 1,0 1 439,0-6 1,5-1 636,0-4 0,0 6 0,-5 2 0</inkml:trace>
  <inkml:trace contextRef="#ctx0" brushRef="#br0" timeOffset="1625">1103 177 8249,'0'-15'407,"0"0"0,0 1-67,0-1 0,0 5 814,0 0-173,0 7-125,0-10-572,0 11 136,0-4-478,0 6 1,0 2 202,0 2-105,0-2 99,0 5-379,0-7-373,0 0 651,0 6 1,1-3-84,4 7 0,-3-5 59,3 5 0,-4 1 124,-1 9 0,0-2-96,0 6 0,0-1 194,0 2 0,0 7 21,0-2 1,-1 2 63,-4-2 0,3-1-56,-3 1 1,4-3-55,1-2 1,0 1 210,0-6 0,6-2-63,4-9 0,11-2-339,9-7 1,6-2 168,8-3 1,13-3-1272,7-6 0,7-1-212,8 0 1,1 0 1069,3 1 1,4-1-1,-6 0 1</inkml:trace>
  <inkml:trace contextRef="#ctx0" brushRef="#br0" timeOffset="2207">912 147 7864,'0'-14'-1048,"0"4"1067,0 0 1,1 5 42,4-5 1,-2 7-3,7-2-104,-7 4 1,6 1 83,-4 0-340,-4 0 85,12 0-125,-11 0 340,4 6 0,-6 2 0,0 7 0</inkml:trace>
  <inkml:trace contextRef="#ctx0" brushRef="#br0" timeOffset="2348">897 103 8248,'0'-14'-820,"0"-1"1109,0 0 313,0 1-252,0 5-328,0 3 226,0 6 183,0 0-588,0 6 126,0 3 0,-5 0-243,0 1 91,0-7 226,5 4 208,-6-7-206,4 0 168,-4 0 1,6-2-108,0-3 1,0 2 45,0-7 1,4 5 56,1-4-87,0 5 1,-5-4-182,0 3 1,2 4 92,3-4 1,-4 5-108,4 5 0,-3-2 134,-2 7 0,-2 1-131,-3 9 1,-1-2 89,-4 6 1,-1-1-9,6 2 1,-5 2 8,5-2 0,-5-4 8,5-1 0,0 1 381,5-2-312,0 1 1,2-7 143,3-3 1,8-4-102,7-6 0,6 0-82,-2 0 1,4-1 47,1-4 1,-4 3-68,-1-3 0,-6 2 63,2-2-286,-4 4-26,-1-6 134,-7 7-271,-1 7 265,-7 1 0,-5 6-237,0 1 0,-2-7-170,2-3-492,4 3 368,-6 1 1,7 0-5,0 1 616,0-7 0,7 4 0,1-7 0</inkml:trace>
  <inkml:trace contextRef="#ctx0" brushRef="#br0" timeOffset="2844">926 162 8263,'-5'-15'0,"1"1"-393,-1 6 305,5-6 905,0 6-153,0 0-225,0 2-557,0 6 232,0 0-22,-7 6 0,5-3-298,-2 7 63,-5-7-122,1 11 355,0-13 15,-5 6 232,11-7-297,-4 0 1,6-2 146,0-3 0,5 2-76,0-7 1,4 5 38,-4-5 0,5 6-46,-5-6 0,2 6-187,-3 0 169,-2 2-221,5 2 195,-7 0 1,-2 5-21,-3 0 0,2 6-373,-7-1 277,0 3 1,-3 2 88,3-1 0,-1-4 178,6 0 362,-6-7-250,9 4-249,-5-7 1,9 0 8,3 0 1,5-5 14,9 0 1,-1-6-101,7 1 1,-1 2 89,6-2 1,-6 7-87,1-2 1,-2 3 72,1 2 1,2 0-20,-6 0 0,-1 11 46,-4 4 0,-5 10 111,0-1 0,-7 6 1,2 4 0,-10 3 0,-5 6 8,-3-4 1,-2 7 26,1-7-147,-1 0 1,7-9 79,3-1 1,3-5 31,2 1 0,8-9 0,7-1 1,8-7 24,11-8 0,7-1 150,13-4 0,0-5-618,10-10 0,8 2 206,1-6 1,14 4-1219,-4-4 1,0 6 793,-9-2 0,-7 4-1401,-4 1 1,-2 2 1847,-2 3 0,-4 4 0,-3 6 0,-3 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1:49.830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0 676 8049,'0'-10'-613,"0"1"1,2 4-39,3-5 694,-4 7 0,8-5-195,-5 3-82,-2 3 188,11-4 1,-5 4 45,7-3 0,-5 3-16,0-3 0,-1 4 16,6 1 0,0 0 0,0 0 140,-1 0 252,1 0-20,0 0 0,-6 0 188,1 0 259,-6 0-117,2 0-676,-6 0 213,0 0-1225,0 6 986,7-4 0,1 11 0,6-5 0</inkml:trace>
  <inkml:trace contextRef="#ctx0" brushRef="#br0" timeOffset="1">1529 74 7558,'-7'-15'-366,"6"5"806,-4 0 1,2 7 334,-2-2-439,3 4 1,-4 9-14,6 6 1,-5 8 184,0 7 0,0 7-3,5 3 0,0 9-196,0 1 0,0 1-110,0-1 1,1 3 58,4 7 1,2-7-141,3-3 1,3 0 34,-3-4 0,-2 2-159,2-8 1,-2-3 32,2-2 1,1-8-196,-6-1 1,0-10-283,-5 4 166,6-12 81,-4 6 1,4-11 35,-6 2-278,0-2 272,-6 5 0,3-7-353,-7 0 210,7 0 0,-6 0-1004,5 0-851,2 0 2171,-5-7 0,1-1 0,-2-7 0</inkml:trace>
  <inkml:trace contextRef="#ctx0" brushRef="#br0" timeOffset="628">1470 74 8171,'-10'-20'-485,"1"0"992,-1 7 857,2 0-1021,1 12 1,9-6-112,3 7 1,3 0-199,6 0 0,9 0 122,7 0 1,2 5-193,12 0 1,-1 5 62,11-5 0,-2 6 1,2-1 0,2-2 86,-7 2 1,-2 0-9,-8 4 0,-5 1 55,-9 0 1,-10-5 175,-11-1 1,-2-4 152,-2 5 0,-2-5-125,-2 5 1,-5-5 188,-5 4 0,-6 0-91,1 0 0,-6 4-185,5-3 1,-1 8-10,2 2 1,7 4-184,-3-4 0,6 6-132,-1-1 0,3 4 160,7 5 0,0 4-78,0 6 0,4 0 37,5 0 0,1 7-172,10 3 1,-2-4 14,1-1 0,-2-3-29,2-2 1,-2-1 41,-3-4 0,-4-5 54,0-9 86,-7-4 1,4-11 12,-7-1 1,-2-5-71,-3 1 0,-5-4 25,-9-1 0,-4-5-209,-6 0 1,-1-4 76,1 4 0,-7-5-632,-3 5 0,-10 0 317,-5 5 1,-3 0 171,-2 0 1,0 0 237,0 0 0,7 13 0,1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1:45.858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133 309 6713,'8'0'-525,"-2"-6"721,-6 4 0,0-6-53,0 3 5,0 4 274,0-13-161,0 6-157,0-6 1,0 4 11,0 0 0,0 5 110,0-5 1,0 5 10,0-4 316,0 5-347,0-9-101,0 12 0,0-8 187,0 5-28,0 2-84,0-5 0,0 14-31,0 3 0,-1 9 190,-4 6 1,3 9-123,-3 5 1,-1 12 155,1 8 0,-5 8-142,5 11 1,-6 4-365,1 6 0,2 0 169,-2 0 0,5-3 35,-5-6 0,7-9-164,-2-16 1,4-5 78,1-10 1,0 2-61,0-7 1,0-1 105,0-9 1,4-2-164,1-8 1,2-1-327,-2-3 870,-4-3-1040,6-7 171,0 0 71,-6 0 0,6-2 64,-7-3 1,0 2-384,0-7 257,0 0 0,0-4-721,0-1 786,0 0 0,-5 0 382,0 1 0,0-1 0,-2 0 0,-1 1 0</inkml:trace>
  <inkml:trace contextRef="#ctx0" brushRef="#br0" timeOffset="700">74 221 8239,'0'-14'0,"0"-1"-29,0 0 212,-7 0 301,6 1-436,-6-1 1,9 2 106,3 3 0,3-1-148,7 6 0,4-5 102,1 5 0,6-1-124,-1 1 0,4 3 68,5-3 1,-3-1-10,4 1 1,-4 0 21,-2 5 0,-1 0 75,-4 0 38,4 6-96,-12 3 0,4 5 129,-10 1 1,-4-5-19,-6 0 117,0-1 1,-1 6-27,-4 0 1,3-1 77,-3 1 1,-1 5-140,1-1 0,-2 7 123,2-1 0,4 3-118,-4 1 0,3 5 8,2 1 1,0 4-134,0-5 0,2 12 70,3-2 1,-2 3-157,7-3 1,0 1 114,4-1 0,1 5-94,0 0-1,-2-5 31,-3-5 1,3-1 75,-4 1 1,-2 2-168,-2-7 0,1 0 135,-1-4 1,0-1-122,-5 0 1,0 1 112,0-1 1,0-4-205,0-1 0,-5-6-42,0 2 106,-6-4 0,3-3 105,-7-3 0,4-2-1,-4-3 1,3-3-75,-7 3 1,1-4 33,-2-1 1,-3 0-73,-6 0 1,0 0 78,-1 0 1,1-1-253,-1-4 1,-4 3-87,0-3 1,-2 3-96,2 2 1,4 0-301,1 0 1,1 0 274,8 0 0,1 0-1901,4 0 990,7 0 1333,1 0 0,14 7 0,1 1 0</inkml:trace>
  <inkml:trace contextRef="#ctx0" brushRef="#br0" timeOffset="2275">1088 162 8253,'-1'-16'-185,"-4"-4"0,3 9 240,-3-4 246,-3 4 0,5-2-33,-7 3 0,5 4 157,-5 6 1,5 0-101,-4 0 1,4 11 86,-5 4 0,2 14-38,-2 0 0,2 11 117,3-1 1,3 8-107,-3 2 1,5 5-134,5-5 0,-2 5-67,7-5 0,-5 8 82,5 2 1,-2-5-351,2 5 1,1-10 149,-6 0 0,0-4-381,-5-1 0,0-6-23,0-4 0,0-9-187,0-6 0,0-2-64,0-3 0,0-4-78,0 0-398,0-7 205,0 4 599,0-7 1,0-2-358,0-3 337,0 4 1,-2-7-37,-2 3 0,0 1 316,-5-5 0,-1-1 0,-5-5 0</inkml:trace>
  <inkml:trace contextRef="#ctx0" brushRef="#br0" timeOffset="3056">1074 207 8168,'-2'-28'-283,"-3"3"0,3-3 648,-3 4 0,4 3-26,1 1 0,0 9 214,0 1 1,1 0-133,4-5 0,4 7-146,5 3 0,1 4-2,0 1 1,-1 0-25,1 0 1,1 1-41,4 4 1,-4-1 30,4 5 0,-4 6 28,-1 5 0,0 1-25,-1-2 1,-1 4 52,-3 7 1,2 1-57,-8 3 0,3-1-13,-2 6 0,-3-5 44,2 5 1,-2 1-111,-2 4 0,0 5 7,0 0 0,0 6-121,0-1 0,0 2-118,0-2 0,5-4 70,0-6 1,5-6-102,-5-4 1,6 0 34,-1-4 1,1-4-153,-1-11 121,3-1-109,-5 1 93,0-7 96,-1-1 1,-14-2 42,-2 0 1,-9-1-35,-2-4 0,-8 5-305,-1 0 1,0 2 95,-6-2 0,-2-4-163,-3 4 0,-4-3 77,-5-2 0,5 0-354,0 0 1,2 0-64,7 0 0,1 0-1048,5 0 473,12 0 1296,4-7 0,20-1 0,1-7 0</inkml:trace>
  <inkml:trace contextRef="#ctx0" brushRef="#br0" timeOffset="3057">2235 677 8186,'-28'-15'258,"3"0"0,4 2 51,7 4-1130,5 2 0,9 7 821,10 0 0,10 0 0,3 0 0</inkml:trace>
  <inkml:trace contextRef="#ctx0" brushRef="#br0" timeOffset="3058">3043 662 8159,'-13'-15'0,"3"1"-655,-3 6 400,12-5 586,-6 11-1349,7-5 1018,7 7 0,1-6 0,6-2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1:57.035"/>
    </inkml:context>
    <inkml:brush xml:id="br0">
      <inkml:brushProperty name="width" value="0.06" units="cm"/>
      <inkml:brushProperty name="height" value="0.06" units="cm"/>
      <inkml:brushProperty name="color" value="#AB008B"/>
    </inkml:brush>
    <inkml:brush xml:id="br1">
      <inkml:brushProperty name="width" value="0.08" units="cm"/>
      <inkml:brushProperty name="height" value="0.08" units="cm"/>
      <inkml:brushProperty name="color" value="#AB008B"/>
    </inkml:brush>
  </inkml:definitions>
  <inkml:trace contextRef="#ctx0" brushRef="#br0">2029 2881 8458,'0'-14'268,"0"-1"0,0 0 277,0 1-582,0 6 120,0-6-208,0 13-596,0-6 1,6 7 720,4 0 0,3 7 0,2 1 0</inkml:trace>
  <inkml:trace contextRef="#ctx0" brushRef="#br0" timeOffset="201">2117 3631 8335,'0'10'384,"0"0"-322,0-7-87,0 10 0,0-5 297,0 7-272,0 0 0,7-1 0,1 1 0</inkml:trace>
  <inkml:trace contextRef="#ctx0" brushRef="#br0" timeOffset="555">2176 4587 8309,'-15'0'0,"-4"4"-373,-1 1 0,2 7 72,8-2 1,4 3-360,6 1 660,0 1 0,0 0 0,0-1 0</inkml:trace>
  <inkml:trace contextRef="#ctx0" brushRef="#br0" timeOffset="556">2235 5086 8205,'-20'0'472,"1"0"-323,-1 0 65,5 0-1385,7 0 566,2 0 605,6 0 0,6 7 0,2 1 0</inkml:trace>
  <inkml:trace contextRef="#ctx0" brushRef="#br0" timeOffset="2103">1911 6527 8247,'0'-15'1568,"-6"7"-1380,4 8 1,-4 10 188,6 9 1,0 4-1,0 8 214,0 4-471,0 2 0,0 7 0,0 0 111,0 0 1,0 2-241,0 3 0,0-3-171,0 3 1,0 3 47,0 2-9,0-10 0,0 4 0,0-13-38,0 3 1,0-7-361,0-2 291,0-6 1,0-13-336,0 0-112,0-7 33,6 4 0,1-9-619,3-3 1281,-4-3 0,1-7 0,1 1 0</inkml:trace>
  <inkml:trace contextRef="#ctx0" brushRef="#br0" timeOffset="2699">2000 6689 8247,'-7'-15'-72,"5"-6"1,-9 9 71,6-3 0,0 9 1490,5-4-1071,0 7 0,7-5 0,3 4 248,3 0-533,1-1 1,7 5-80,4 0 1,3 0-32,1 0 1,1 0 0,-1 0 333,0 0-308,7 0 1,-6 0 113,-1 0 0,-1 0 69,-9 0 0,6 0 211,-5 0-148,-7 0 0,-7 6 0,-6 4 537,0 3-497,0 2 0,0 4-92,0 1 0,0 4 41,0-4 1,-5 6-270,0-1 1,0 2 96,5 3 0,0 4-28,0 0 1,0 6-1,0-4-135,0 1 0,5 2 17,0 5 0,0-4-20,-5-1 0,0-2 2,0 3-28,0-11 1,-1-3 0,-4-5-21,-5 2 1,-3-6-157,-2-3 1,-5-1 44,1-8 0,-7 0-412,1-5 342,-3 0 0,1-2 0,1-2-433,1-6 103,7 3 1,-8-11-411,6 4 1,7-4-1,8 3 1020,4 0 0,7-6 0,2-2 0</inkml:trace>
  <inkml:trace contextRef="#ctx0" brushRef="#br0" timeOffset="2700">3073 6556 8156,'0'-14'104,"0"-1"1,-5 0 965,0 0-550,0 7-127,5 2 1,-2 7 0,-1 4 268,-2 5 1,0 10-245,5 4 1,-5 6-86,0 4 1,-4-1 29,4 6-249,-7 0 1,9 0 48,-7 0 0,5 1 0,-3 4-172,2 0 1,-4 0-75,5 0 1,-5 3-789,5-3 442,0 4 0,0-19 0,1 1-818,0-9 446,3 2 0,2-14-275,4 1 1,3-6-125,7-4 1200,0-7 0,-1-8 0,1-8 0</inkml:trace>
  <inkml:trace contextRef="#ctx0" brushRef="#br0" timeOffset="2701">3073 6630 8156,'0'-21'-165,"0"-2"1,0 0 477,0 3 1290,0 4-813,0 8-307,0-5 1,1 11-312,4-3 0,-2 3 0,7 2 313,2 0-362,1 7 1,1-5 0,1 4 155,0 1 1,-1-4 38,1 7-138,0-7 0,0 8 1,-1-6 77,1-1 1,5 2 14,-1-1-114,-6 6 1,5-7 0,-3 4-32,1-2-19,1 6 1,-3-9 0,1 7-53,0 1-18,-1-4 0,1 6 0,0-3-107,-1 3 181,1 2 0,0 1-79,0 3 1,-7-1 0,-2 7 174,1 1 0,-6 3-121,4 6 0,-10-3 12,-4 8 0,-6-1 85,-5 5-243,-9 0 1,-2-6 0,-3-4-5,3-3 0,-4-3-226,1-4 0,0-3 162,4-6 1,3-7-202,2-3 42,-3-3 1,10-4-1,-5-3-243,2-5 1,6-3-335,6-1 1,1-1-21,-2 0 0,-2 1-836,7-1 1137,1 0 581,10 1 0,9-8 0,8-1 0</inkml:trace>
  <inkml:trace contextRef="#ctx0" brushRef="#br0" timeOffset="2817">4939 6938 8209,'-22'-21'-330,"0"11"330,8-3 0,12 13 0,4 0 0</inkml:trace>
  <inkml:trace contextRef="#ctx0" brushRef="#br0" timeOffset="2818">6703 6718 8095,'-19'-18'-73,"-1"3"0,9 4 73,11 11 0,6 6 0,9 3 0</inkml:trace>
  <inkml:trace contextRef="#ctx0" brushRef="#br0" timeOffset="2937">7659 6365 8171,'-10'-13'-189,"0"3"252,0-3 0,1 7 1138,-1-4-474,6-3-405,-2 11 0,6-3 1,0 10 135,0 5 0,0 10-134,0 4 0,0 4-77,0 1 0,0 2 183,0 4-368,0-4 1,-5 9 0,0-5 91,2-3 1,0 4-239,-2-1 0,3 4-134,-3-5 1,-1-4-609,1-6 637,0 1 1,5-3 0,0-2-542,0-4 1,-2-7-37,-3-5-229,4-2-270,-6-2 886,7 0 1,0-6 0,0-4 378,0-3 0,7-9 0,1 0 0</inkml:trace>
  <inkml:trace contextRef="#ctx0" brushRef="#br0" timeOffset="3181">7615 6439 8178,'0'-30'0,"0"1"242,-7-1 0,5 8 0,-2 2 129,2 4 0,2 1 85,0 0 0,0 5-85,0 1 0,5 4 454,0-5-520,0 7 0,1-5 46,4 3 1,-2 3 155,2-3-258,0 3 1,4 2 24,1 0 1,0 2-27,0 3 0,-1 5 109,1 9 0,0 4 0,-1 8 74,1 4 0,-2 1-126,-3 3 0,1 3 68,-6-3-275,7 4 1,-9-1 55,7-2 1,-5 0 0,3-5 72,-2-3 1,-1 1-34,-5 1 0,5-8 149,0 4-271,0-11 0,-5 3 298,0-8-432,0 1 0,-5-5 201,0 0-622,-13-7 1,2 3-115,-14-6 1,-4 0-412,0 0 1,-7 0 106,2 0 0,-9 0 329,-1 0 0,5 0 1,7 0-1513,1 0 1444,2 0 640,4 0 0,1-6 0,-1-2 0</inkml:trace>
  <inkml:trace contextRef="#ctx0" brushRef="#br0" timeOffset="5360">1338 250 8511,'-15'-6'-1088,"1"4"816,-1-3 0,0 4 787,1 1 0,-1 13-46,0 6 0,-4 14-15,-1 6 1,-1 12-63,1 8 1,-3 22-228,9-30 0,-1 1 0,0 3 0,1 1-284,-1 7 1,0 2-1,0 1 1,1 2 265,-1 2 1,0 2 0,3 7-1,1 2 0,1 4 1,1 1 0,3-3-1,2-1-384,1 4 0,1 0 1,1 0-1,1 1 438,-1 3 1,2 1 0,1 3-1,2 1-11,0 1 1,2 0 0,1-5 0,1 1-9,1-2 0,1 1 0,-2-2 0,0 0-16,2-3 0,0-1 1,-1 0-1,-2-1 0,1-1 1,-1 0-1,0-3 1,1-1-355,-1-1 1,1 0-1,-3-2 1,-1-1 334,2 0 1,-2 1-1,-2 3 1,-1-1-86,2 3 0,-1 0 0,0-6 0,0 0 12,0 1 0,0 0 0,-1-2 0,0-1-58,2 3 1,-1 0-1,-1 4 1,0 0 27,-1 3 1,0 1-1,-1-1 1,0 0 93,-1-2 0,-1 0 1,0 1-1,-2 1-97,-2-2 1,-1 0 0,3 2-1,0 0 10,0-1 1,1-2 0,2-5 0,0-2-70,0 1 0,-1-1 1,2-6-1,1-1-9,-1-2 0,2-1 1,1-4-1,1 0 0,0-3 1,0-1-322,5 40 0,1-19 191,0-12-352,4-10 0,-4-5 467,5-10 1,-4-8 0,0-8-1035,1-2 1159,2-1 1,2-12 0,0-3-831,0-4 1,-6-2 1081,1-4-655,0-3 1,3-15 0,-2-5-159,-1-5 0,0-9 5,5-2-1025,6 0 1317,-5-20 1,12 10 0,-5-11 0</inkml:trace>
  <inkml:trace contextRef="#ctx0" brushRef="#br1" timeOffset="5782">897 515 9052,'-10'-7'-367,"1"-2"0,0 0-1124,0 0 1798,-4 5 0,11-4 218,-3 3-164,3 4-116,2-6-112,0 7 1,7 0-3,3 0 1,4 0 34,6 0 1,3 2-33,6 3 1,6-4 5,-1 4 0,12-3 3,-2-2 17,10 0-170,-2 0 0,20-2 20,6-3 0,15-3 27,-42 1 1,1-1-1,-1 2 1,1-1-1,1 1 1,0 1-16,-3 0 0,0 0-218,0 4 1,1-1 0,45-10 211,-44 10 1,-1 0 0,2-1 0,-1 1-33,46 2 1,-7 0-10,-17 0 0,6 5 2,3-1 0,13 6 41,2-5 1,-46-2-1,-1-1-104,42-2 0,-36 0 0,1-2-133,2 0 1,2 0 0,9-2 0,2-1 308,2-2 1,2 0-1,4-1 1,1 1-425,-3-1 0,-1 1 0,2 2 0,2 0 210,3 0 0,1 1 1,-3 0-1,1-1 0,1 0 1,0-1-8,-1 1 0,0 0 0,-3 1 1,-1-2 108,-1-1 1,-1 0-1,2 0 1,0 1-4,1 1 0,0 0-20,-5-2 1,0 1 0,-2 2 0,-1 0 81,0-3 0,1-1 1,-1 1-1,1-1-103,2 1 0,0 0 0,-9 1 1,-2 2 167,-1-1 0,-1 0 0,-1 0 0,1 0-88,3-2 0,0-1 0,-5 3 0,-1 1 73,-1-2 1,-1 2-1,-3 1 1,-2 1-95,1-3 1,0 0-1,1 3 1,-1-1 48,0-2 0,0 0 0,-3 3 0,-1 0-57,43-8 1,-4 5 15,-6-5 1,7 5-38,-7-5 0,0 5 38,-9-4 1,-15 4 398,-10-5 0,-5 7-293,-10-2 1,5-2 761,-4 2 0,-3 0-476,-7 5 302,2 0 0,-10 0-490,2 0 0,-4 7 149,-5 3 0,1-2-322,-6 2 0,2-2 130,-2 2 0,-4 3-92,4-3 0,-3 8 0,-2 1 1,1 2-29,4-1 1,-3 3 106,3 6 0,-2 2 126,2 4 0,-2-1-68,7 10 1,0-3-77,5 8 0,-1 3 3,1 2 1,0 10 12,-1 4 0,-4 6-195,0 4 1,0 2 157,5 3 1,-2 7 0,-2-5 130,-1 0-233,-7 0 1,10 8-115,-3 0 0,-2 4 0,2-9-100,1-7 0,2 3 311,2-1 1,0 5 113,0 5 1,-1-3-467,1 3 0,0-1 471,-1 1 0,6 5-21,-10-44 0,0 0-104,0-2 1,-1 0 0,-2 1 0,-1-1-1,6 44 256,-3-1-315,-4-42 1,0 0 0,2-2-1,-1 1 1,0 4 0,0 1-44,-1-3 0,0-1 0,-1-2 0,1 0 110,2 0 0,1 0-144,-1 2 1,1 1 0,-1 3 0,0 2-1,0-3 1,-1 0 47,0-2 1,-2 0 0,0-2 0,-1 1 0,-3-1 0,0 0 0,0 2 0,0 2 31,0 2 1,0 1-1,0-3 1,0 1-23,0 2 1,0-1 16,-3-4 0,-1 0 0,1 5 0,-2 0 0,-2-1 0,-1 1 16,1 4 0,0 0-109,-1-4 0,1 0 0,0 2 0,-1 0 62,1-4 0,0-1 0,-2 4 0,0 1 1,0 1-1,0 0-26,-1 1 1,2 0 0,1-6 0,1 0 10,-4-1 1,0 1 0,2-2 0,0 1-14,0-2 1,1 0 0,0 0 0,-1-1-76,1-1 1,0-1 0,-8 41 34,0-4 0,5-10 9,1 1 0,-1-4-111,-5-2 0,5-12 45,1-7 1,4-14 27,-5-5 0,5-1-12,-5-5 1,5 4 395,-5-8-167,7 2 1,-8 1 0,4-2 338,-1-1 0,0-1-473,-2 6 0,-3-6-84,3 1 0,-8-2-24,-1 1 1,-3-3-177,3-6 0,-6-2 98,-9-3 0,-4 1-140,-6-6 0,-1 0 80,-4-5 1,-4 0-341,-5 0 495,-1-6 1,-7 2-1,-5-4 31,-11 2 1,-13-4-22,42 7 0,-2 1 0,-4-1 0,-1-1 167,2 2 1,-1-1-1,-8 3 1,0-1-1098,-1-2 1,-2 1 1005,-4 1 1,-2 0 0,-3 1 0,-2 0 19,-6 0 1,-2 0-1,0 0 1,-2 0-1,-8 1 1,-1 0-46,33 0 1,-1 1 0,0 0 0,-1-1-1,0-1 1,-2 0-70,-3 2 0,-1-1 1,-1 1-1,-3 0 1,0 1-1,0-1 34,-1 0 1,0-1 0,0 1 0,-2 0 0,-1-1-1,1 1 44,2-2 1,0 0 0,0 0 0,1 0 0,-1 0-1,-1 0 43,-3 0 1,-1 0-1,-1 0 1,1 0 0,0 0-1,-1 1-4,0 1 0,-1 0 0,0-1 1,-1 0-1,-1-1 0,2 1 94,3 0 1,1 1 0,0 0-128,-4-2 0,0 1 0,1-1 1,3 2-1,1 0 0,-1-1 125,-2 1 1,-1-1 0,2 1 0,5 1-1,2 1 1,0-1 0,-1-1 0,1 0-1,1 1-736,4-1 0,0 1 0,1 0 688,1 0 0,1 0 0,0 0 1,-30 2-1,1 0 0,3 0 0,2 0-229,6 1 0,1 0 1,2-2-1,3 0-481,6 1 1,3-1 202,5-2 1,3 0 0,5 4 0,2 1-1,-42 1-513,5 0 0,16 4 964,19-8 0,9 5 0,10 0 0,4 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2:12.175"/>
    </inkml:context>
    <inkml:brush xml:id="br0">
      <inkml:brushProperty name="width" value="0.08" units="cm"/>
      <inkml:brushProperty name="height" value="0.08" units="cm"/>
      <inkml:brushProperty name="color" value="#AB008B"/>
    </inkml:brush>
  </inkml:definitions>
  <inkml:trace contextRef="#ctx0" brushRef="#br0">221 1147 12041,'14'-44'-302,"9"0"0,8-2 438,12-3 0,9-3 35,12-7 1,-24 26 0,3-1-622,7-2 0,3-1 1,6-3-1,3 0 513,6-4 1,1 0-54,-3 2 1,-1 2-1,-2 2 1,-1 1-1,-1 3 1,1 3 36,2 0 0,-1 1 0,-4-1 0,0 2 173,-2 4 1,-1 1-1,30-22-40,-12 12 1,-11 1 306,-4 13-597,-13 7 121,-10 7 1,-25 12-196,-16 4 1,-9 8 739,-16 2 1,-6 4-474,-3-4 19,3 6 0,-1-8-139,2 6 1,9-6-1,-2 4-177,5-1 1,2 0 8,2 4 1,-3 4-330,-2 0 575,-4 1 0,4 7-51,-11-2 0,-9 9 1,-8 8-1</inkml:trace>
  <inkml:trace contextRef="#ctx0" brushRef="#br0" timeOffset="803">353 1735 12047,'-51'44'204,"6"5"0,-6 2-176,0 1 536,6-4 1,1-4 478,9-10-540,11-9 0,17-11-798,17-9 0,13-6 309,16-9 0,8-13 77,17-16-135,10-17 0,-33 27 1,1-2-1,4-6 1,1 0-321,1 0 1,2 1 0,6-2 0,2 1 383,3-2 1,1-1 0,5-3 0,1 0-29,3-4 1,0 1-1,5-2 1,0 1-1373,3 0 0,-1 1 1447,-1-2 0,0-1 0,-1 2 1,0 0-1,-6 3 0,0 1-43,-3 5 0,-2 1 0,-5 4 0,-2 1-486,-6 4 0,-1 2 468,-5 0 0,-2 1 0,21-17 1,-16 4 2,-11 9-338,-14 6 0,-3 8 549,-6 0 0,-7 6-277,-3-1 0,-5 7 2192,-5-2-2771,-3 3 1032,-7 2 1,1 7-760,-1 2 0,7 0-212,3 0 574,-3-5 0,-1 9 0,-5-5 0</inkml:trace>
  <inkml:trace contextRef="#ctx0" brushRef="#br0" timeOffset="804">2220 221 12233,'-8'-37'-1049,"-5"1"766,3 6 1,3 12 2512,2 4-1097,4 9-805,1-2 0,0 9 0,0 5 158,0 7 0,0 7 53,0 9 1,5 3-379,-1 6 1,6 0-69,-5 10 192,7 3 1,-11 0 19,4 7 1,2 2 0,-2 1-634,-2 1 1,3 3-679,-1-3 1,0-2-457,-5 3 0,5-12 286,0-8 1,0-7 1172,-5-7 1,6-1 0,3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2:05.224"/>
    </inkml:context>
    <inkml:brush xml:id="br0">
      <inkml:brushProperty name="width" value="0.08" units="cm"/>
      <inkml:brushProperty name="height" value="0.08" units="cm"/>
      <inkml:brushProperty name="color" value="#AB008B"/>
    </inkml:brush>
  </inkml:definitions>
  <inkml:trace contextRef="#ctx0" brushRef="#br0">0 1779 19519,'0'-15'-117,"0"6"-1389,0-1 1230,0 7 129,0-11 88,0 13 1,0-7-371,0 3 387,0 3-853,0-4 837,0 6 1,0 1 30,0 4 0,0-2 71,0 7 0,0 0 33,0 5 0,0-1-68,0 1 1,2 0-140,3 0 0,-4-1 473,4 1-551,3 0 1,1-2-103,5-4 0,1-2 351,0-7 0,6 0 13,3 0 1,11-8 127,4-7 0,3-1 182,2-9 0,7-4 134,3-5-163,3-1 1,2-1 0,0-1 0</inkml:trace>
  <inkml:trace contextRef="#ctx0" brushRef="#br0" timeOffset="855">1029 1794 23257,'-2'-15'-3438,"-2"0"0,2 1 2965,-3-1 0,2 2 69,-2 3 399,3-3 1,-9 10 7,6-7 1,-2 7 510,2-2-754,4 3-769,-6 2 2267,1 0-112,4 7 0,-4 1-484,6 7 0,0-1-266,0 1 0,4 0-237,1-1-373,7 1 1,-4 0 263,7 0 0,1-7 437,4-3 0,-2-4-399,6-1 1,7-3-559,8-7 1,12-1 767,8-14 1,1-6-135,9-8 0,3-2 401,1 2 1,-4-2 140,-15 7 1,-9 0-55,-5 4 0,-8 7 1,4 2-1</inkml:trace>
  <inkml:trace contextRef="#ctx0" brushRef="#br0" timeOffset="5067">912 1573 16363,'0'-29'-630,"0"4"447,0 1 0,1-1 459,4-4 1,11-7 216,14-3 0,11-7 167,17-8 0,21-6-975,-27 23 0,4 0 0,1-2 1,3 0 467,6 0 0,0 0 1,1-6-1,-1 0-13,0 1 0,0 0 1,3-2-1,1 0 33,1 1 0,0 2 0,-8 5 1,-2 1-72,-4 2 0,-1 1 0,-5 4 1,-1 1 59,-3 4 0,-1 1 0,0 0 1,0 1-269,42-11 1,-18 1-58,-26 9 238,-19 9 51,-12 8 0,-20 7-325,-3 0 1,-9 4 654,-6 5 0,-7 1-594,-3 10 0,-4 1-9,5-1 0,-1 4-219,6-4 0,0 4 166,-1-4 1,6 1-119,-1-1 1,6 2-119,-6 8 1,2-1 313,-1 1 151,-4 6 1,-1 1 0,-9 7 0</inkml:trace>
  <inkml:trace contextRef="#ctx0" brushRef="#br0" timeOffset="5372">1132 2132 15945,'-44'21'718,"0"4"0,1 7-211,4 3 1,3-1 198,7-5 1,-1-6 551,1-3-207,6-4-631,2-1 1,16-7-682,10-3 1,6-12 561,19-7 1,4-9-277,15-12 0,11-9-51,14-10 1,-33 23-1,1-1-160,7-2 1,0-1-1,3-4 1,1 0 104,5-3 1,1 0-1,5-2 1,1-1 29,6-4 0,0 0 1,5-1-1,2 0-350,-22 13 1,2 0 0,-1-2 0,2 0 0,-1 0 0,0-2 504,0-1 1,-1-1 0,0 1 0,-1 1 0,0 2 0,0-1-178,0 1 1,0-1-1,-1 2 1,14-10 0,-3 1-182,-6 3 1,-2 0 0,-7 5 0,-3 1 209,-5 3 1,-2 2-1,35-25-41,-12 14 1,-17 13 13,-22 12 460,-4 2 0,-21 4-1252,0 4 1334,-6-5 0,-9 13-843,0-4 1,1-2 33,-1 2-732,0 1 405,0 4 0,6 0-240,-1 0 0,7 1 458,-2 4 0,-3-2 629,-2 7 1,-3-7-1,-2 4 1</inkml:trace>
  <inkml:trace contextRef="#ctx0" brushRef="#br0" timeOffset="5373">2969 250 22578,'-1'-29'-1598,"-4"0"1,3-1 1897,-3 1 1,2 1 124,-2 4 1,4 2 213,-4 8 0,3-1 938,2 0-287,0 7-762,7 2 1,-4 12-1018,7 4 1,-1 11 644,6 8 0,-2 7 79,-3 9 0,8 4-298,-3-1 0,3 6-1,-4-5 1,-4 7-135,0-2 1,0 3-918,4 2 1,-1 0 202,-3-1 0,3 1-200,-3 0 0,2-2 586,-3-3 0,4-8-2538,-3-7 3008,3-6 1,8 3 0,2-7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2:07.497"/>
    </inkml:context>
    <inkml:brush xml:id="br0">
      <inkml:brushProperty name="width" value="0.08" units="cm"/>
      <inkml:brushProperty name="height" value="0.08" units="cm"/>
      <inkml:brushProperty name="color" value="#AB008B"/>
    </inkml:brush>
  </inkml:definitions>
  <inkml:trace contextRef="#ctx0" brushRef="#br0">88 1250 17076,'-9'5'1331,"-1"0"1,5 2-956,-5-2 0,5-4-11,-5 4-209,7 3 0,-8-4 132,6 5 1,-2-5 442,2 0-682,4 5 202,-6-8 0,9 1-90,3-7 0,9-13-61,11-2 0,12-7-94,12-8 0,20-9 140,-24 18 1,3-2-1,4-3 1,2-1-522,9-2 0,2-1 0,2-3 0,1-1 345,7 0 1,2 0-1,1-3 1,1-1 31,5 1 1,-2 1-1,-12 1 1,-2 1 35,-4 2 1,-1 1 0,-6 2-1,-1 1-23,-2 3 0,0 1 0,-5 2 1,1 2-60,2 0 1,-1 1-1,27-14 37,-9 9 0,-18-1 141,-12 6 1,-6 1-204,1-1 1,-10 6 369,-4-2-287,3 4 1,-8 1 593,-1 0 0,-4 6-352,-5-1-189,-3 6-840,4-2 646,-6 6-1069,0 0 1,-2 6 436,-2 4 0,2-2 8,-3 2 0,-3-5 507,-2 5 0,2 0-388,-2 4 0,0 1 714,-4 0 0,-8 6 0,-1 2 0</inkml:trace>
  <inkml:trace contextRef="#ctx0" brushRef="#br0" timeOffset="164">162 2059 19166,'-8'-8'-2610,"1"1"1751,7 7 2588,-6 0-1258,4 0 1,-3-2-398,10-2 0,8-6 515,16-10 0,20-6-222,30-13 0,-31 15 1,3-1-630,12-8 0,2-3 0,8-1 0,2-3 589,13-6 0,1-1 1,-3 5-1,1 1-30,0-1 1,-3 1 0,-8 2 0,-3 1-204,-8 1 0,-3 1 1,-1-1-1,-1 0 74,0 0 0,-2 1 1,-6 0-1,-1 0-7,-4 1 1,-1 1 0,29-25-245,-16 10 1,-5 4-10,-5 0 0,-10 13 73,0 2 1,-13 9 90,-6-3 1,-10 6-342,-5-2 1,-4 9 617,-1 1 1,-1 5-1121,-4-5 0,1 7 508,-5-2 0,4 3-291,-5 2 0,7 2 455,-2 3 1,1 3-950,0 7 1,2-1 49,-3 1 1,3 0-776,2 0 1806,0 6 0,-6-5 1,-2 5-1</inkml:trace>
  <inkml:trace contextRef="#ctx0" brushRef="#br0" timeOffset="390">2102 192 25245,'0'-15'-6724,"0"1"4303,0-1 2849,0 0-177,0 0 1,5 1 154,0-1 1,1 5 229,-1 0 0,-1 2 43,5-1 0,-4-5-400,5 5 1,-5 1 500,5-2 0,-5 6 923,4 0-639,-5 2 1,2 8-818,-6 4 1,0 5-65,0 5 1,0 4-220,0 10 1,-1-1-114,-4 6 0,1 0 21,-5 5 1,5 2 0,0 2-698,2 1 185,2 6 0,0-8-316,0 7 0,0 0 1231,0 5 0,0-3-579,0-7 1,6-2-142,4-13 1,3 1-212,2-6 0,0-6-125,-1-4 1,1-4-277,0-5 0,-1-4-1374,1-6 2563,-7 0 1,5 7 0,-4 1-1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2:17.301"/>
    </inkml:context>
    <inkml:brush xml:id="br0">
      <inkml:brushProperty name="width" value="0.08" units="cm"/>
      <inkml:brushProperty name="height" value="0.08" units="cm"/>
      <inkml:brushProperty name="color" value="#AB008B"/>
    </inkml:brush>
  </inkml:definitions>
  <inkml:trace contextRef="#ctx0" brushRef="#br0">2455 294 10729,'0'-22'-324,"-2"-5"-265,-2 8 0,2-1 399,-3 5 1,-2 1 174,3-1 0,-6 0 101,5 1 0,-5-1-50,5 0 0,-6 1-76,1-1 1,-3 5 14,-2 0 1,0 2-43,1-2 0,-1-1 90,0 6 1,-4-2 41,-1 3 0,-6 2 1,2-3 441,-4 3-352,-8 9 1,0-4 89,-3 7 1,-4 5 19,4 4 0,-3 7 22,-3-1 1,1 4-77,0 6 1,5-4 0,0 5 273,-2 0-244,-1 1 1,-3 7 27,1 0 0,0 0 39,0 0 1,0 2-73,0 3 0,3-3 0,5 3 158,7-3-276,9-9 1,-6 7 15,7 0 1,1 1-86,8 4 0,-2-4 0,7-1-105,2 0-30,-5 1 0,6-6 4,-3 0 0,4-6 18,1 1 0,5 2 0,1-2-53,2-1 1,2-7-125,5-2 109,0 1 1,4-1 64,1 1 0,6-7 0,-2 1-19,4-2 0,3-1-87,4 4 82,2-4 1,6 5 0,-1-6-31,2 0 77,-3-1 0,6 1 0,-6 0-16,0-1 1,3-5 79,-10-4 1,6-4 75,-6-1 0,7-1 97,-2-4-92,3-10 0,2-3 0,1-7 95,-1-1 1,5-1 108,0-3-175,0 1 1,-10-1-1,-2 1 601,-1 0-591,5-7 0,-10 6 0,3-1 90,-2 5 1,-3 0 29,0-8 0,1 4-42,-1 1 0,1-1-18,-1 6-17,-6 3 1,3-7 0,-6 3 79,-3-2 0,-2-3-170,-5 1 0,1-7 117,-6-3 0,5-4-137,-5-1 1,0 0-22,-5 0 0,-7-8-91,-2-7 1,-6 0-449,-5-4 292,-3-4 0,-13 6-30,-3-3 0,-3 6 57,-2 4 1,0 10-1,0 9-425,-1 4 0,6 8-292,0 4 1,6 9 20,-1 5-468,3 10 1,-2 3 506,4 7 0,-2 6 825,11 4 0,-6-4 0,3 0 0</inkml:trace>
  <inkml:trace contextRef="#ctx0" brushRef="#br0" timeOffset="2710">0 809 17856,'0'-26'-325,"0"-4"1,0 9 445,0-8 1,0 9-51,0 0 1,2 6 41,3 4 0,3 3-24,7 7 1,1 2-110,4 3 0,2 8-278,8 7 1,1 6-499,3-2 250,-3 11 223,5-4 0,-2 5 45,1-7 0,4-1-156,-5-4 0,1 2-2,-6-6 1,2-5 386,3-6 0,4-7 197,6-2 0,13-15 157,7-14 1,-20 8 0,2-2-456,4-5 0,3-3 1,3-3-1,2-2 208,3-3 1,0-1-1,5-1 1,1-1-1,2 2 1,2 2-321,-1-1 1,1 1 261,-2 3 0,0 1 0,-3 1 0,-1 1 0,-1 2 0,-1 1 0,-1 0 0,1-1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2:24.017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118 293 8554,'0'-25'-704,"0"1"0,5 6 1098,0-2 0,-1 4 392,-4 1 262,0 7-740,0 1 0,2 9-187,3 3 1,-3 5 112,2 9 0,-2 6 20,-2 9 0,0 4-358,0 6 1,-5 6 124,0 4 1,-4-2-403,4 2 0,-5-5 218,5 5 1,-6-5-146,1 5 0,3-7-128,2 2 1,4-9-565,1-6 1000,0-10 0,6 4 0,2-5 0</inkml:trace>
  <inkml:trace contextRef="#ctx0" brushRef="#br0" timeOffset="571">206 660 8543,'0'-29'-3,"2"1"148,2 3 0,0-1 153,6 7 0,-1-1 38,6 5 1,0 6-115,-1-1 1,6 6 17,0 0 1,6 2-185,-2 2 0,4 2 140,1 2 1,1 0-202,-1 6 0,1 4 67,-1 6 0,-4 1-106,-1-1 0,-6-2 33,2 6 1,-6-1 51,-4 1 0,-3 4 46,-7-3 1,0-2-17,0 1 0,-2-1-37,-3 1 1,-8-1 47,-7-3 0,-6-4-252,2 4 0,-9-4 145,-1-1 1,-7 0-337,2-1 1,-2-4 103,2 0 1,-7-2-122,7 2 1,0-4-59,9-6 1,2 0-4,4 0 1,3 0-348,6 0 176,7 0 272,1-6 1,14-1 337,3-2 0,3-5 0,1 6 0</inkml:trace>
  <inkml:trace contextRef="#ctx0" brushRef="#br0" timeOffset="572">1029 645 8446,'15'-14'-425,"-1"-1"1211,1 0-429,0 1 1,-7 4 423,-3 0-511,-3 7 0,-9-4-49,-3 7 0,-8 0 66,-1 0 0,-7 7-181,1 2 1,-3 5 33,-1 0 0,-2 3-134,-3 2 0,3-3-40,-4 4 1,6 1 71,4-1 1,-1 1-48,7-1 1,-4-4 37,8 4 0,-1-4-269,11-1 0,-2-6 93,2 1 0,5-6-55,0 0 1,2-2 104,8-2 1,4-2 81,6-2 0,5-5 186,-6-5 0,7-1-126,-1 0 1,4-1 178,6-4 0,-4 4-114,3-4 0,-3 4 36,-2 1 0,1 2-43,-1 4 0,0-3-133,1 7 1,-7 0 47,-4 5 0,-2 0-153,-3 0 1,-5 7-130,-5 3 0,3 4 82,-2 6 0,0-4-373,-5 4 0,0-2 193,0 1 0,0-2-160,0 2 1,0-2-173,0-3 694,0 1 0,-7 0 0,-1-1 0</inkml:trace>
  <inkml:trace contextRef="#ctx0" brushRef="#br0" timeOffset="725">1470 337 8278,'0'-30'739,"0"2"-393,0 4 0,0-2 638,0 6-190,0 7-511,0 7 0,0 7-29,0 4 1,0 3 59,0 7 0,0 6-131,0 4 0,0 3-187,0 1 1,0 2-509,0 3 1,5-1 403,0 6 1,5-1-908,-5 1 1,4-2 492,-4-2 0,5-4-499,-5 3 0,0 0 1021,-5-4 0,6 9 0,3-8 0</inkml:trace>
  <inkml:trace contextRef="#ctx0" brushRef="#br0" timeOffset="726">1338 748 8278,'-7'-23'-216,"6"-3"216,-4 7 0,3-6 781,2 6 1,8-1-256,7 5 0,8 1-246,11-1 1,4 0-374,6 0 1,6 2 114,4 4 1,-1-3-818,0 7 0,-5 0 157,1 5 638,-3 0 0,-2 0 0,0 0 0</inkml:trace>
  <inkml:trace contextRef="#ctx0" brushRef="#br0" timeOffset="1111">2014 587 8098,'0'-15'-27,"0"0"1,-2 0 700,-3 1-296,4 6 24,-6-6-162,14 13-54,1-12 0,8 11-305,4-3 1,-4-1 15,4 1 1,1-5-9,-1 5 1,-1-5 145,-4 5 1,0-4 13,-1 4 0,1-7 46,0 2 1,-7 2-77,-3-1 1,-4 4 283,-1-5 1,-1 5-71,-4-5 0,-8 7 26,-7-2 0,-6 3-12,2 2 1,-3 2-44,3 3 1,-4 3-5,4 7 0,-4 1-31,-1 4 0,4-2-100,1 6 1,7 1 108,2 4 0,2 5-265,9 1 1,-6-3 61,5-7 0,2 3-190,7-4 0,0 2-78,6-1 1,1-4-56,9-6 1,-2-6-216,6 1 0,1-7 237,4 2 0,0-3-411,1-2 0,4 0 221,0 0 0,7-7 516,-2-2 0,-3-4 0,0-2 0</inkml:trace>
  <inkml:trace contextRef="#ctx0" brushRef="#br0" timeOffset="2113">2572 101 8355,'0'-19'57,"0"-1"0,-4 1 203,-1 4 0,0 5 417,5 0-255,0 7 0,-5-2-160,0 10 1,-2 5 43,3 9 0,2 6-44,-3 9 0,-2-1-168,3 6 1,-6 0 144,5 5 0,0 1-194,5-1 0,-5-5-94,0 0 1,0 0-41,5 5 0,0 4 13,0-4 0,-5-3 123,0-12 0,1-6-275,4-4 155,0-2 149,0-9 1,0-3-63,0-10 1,4-8-52,1-7 0,7-6 96,-2 2 0,3-4 12,1-1 1,3 4 14,2 1 1,-2 4-40,2-5 0,-1 7 122,2-1 1,-4 4-109,4 5 0,-4 4 65,-1 6 0,-1 1-54,1 4 1,0 4-54,0 5 0,-6 7-55,1 4 1,-2-2-193,2 1 1,2 1-596,-8 4 1,3-1 384,-2-4 0,-3 4-307,2-3 1,0 1-5,1-2 749,-4-2 0,12-8 0,-5 1 0</inkml:trace>
  <inkml:trace contextRef="#ctx0" brushRef="#br0" timeOffset="2871">3102 748 8184,'6'-15'342,"-4"1"0,6 1-29,-3 3 1,-3 2 354,2 3-423,-2 3 0,0-4-158,3 6 1,-4 1-127,4 4 1,-3-2-278,-2 7 0,0 0-672,0 5 0,-5-5 988,0-1 0,-6 8 0,2 6 0</inkml:trace>
  <inkml:trace contextRef="#ctx0" brushRef="#br0" timeOffset="2872">3013 778 8811,'0'-9'915,"0"3"1,7 6-643,3 0 0,3-5-369,2 0 0,6 0 135,3 5 1,9-1-536,1-4 0,9 3 303,1-3 1,0 3-267,5 2 0,-3 0 459,-2 0 0,6-6 0,3-2 0</inkml:trace>
  <inkml:trace contextRef="#ctx0" brushRef="#br0" timeOffset="2873">3734 513 8157,'-2'-16'0,"-3"-4"0,4 4 440,-4-4 1,-2 9-29,2 1 1,-6 7 55,1-2 0,-3-2-171,-2 2 1,1 0-53,-1 5 1,-2 7-76,-2 3 0,1 3-180,-7 2 1,7 4 2,-1 1 0,3 1 184,1-1 1,2-4-435,3 3 1,-1 3 130,6-3 0,0 3-185,5-3 0,1-3 125,4 4 0,-1-4 58,5-1 0,6-5 100,5 0 0,-1-2 20,-4 2 1,5 1-12,-1-6 0,1 5-24,-6-5 0,-4 4 153,0-4-116,0 7 0,-2-9 27,-3 7 1,-3-5-127,-2 5 1,-7-7-172,-3 2 0,-5 1-83,-4-1 0,-4 5-325,-6-5 0,-1 1-460,1-1 1144,-1-3 0,-6 11 0,-1-5 0</inkml:trace>
  <inkml:trace contextRef="#ctx0" brushRef="#br0" timeOffset="3316">3954 542 8290,'0'-14'346,"0"-1"992,0 0-662,0 7-141,0 2 1,0 7-214,0 4 0,0 3-70,0 7 0,0 1 35,0 4 1,0 1-216,0 4 0,0 2 122,0-2 1,-1-2-560,-4 1 0,3-1-55,-3 2 1,2 1-307,-2-7 1,3 1-334,-3-5 1,-1 4 466,1 1 1,-2-2 591,3-8 0,-5 9 0,-5-2 0</inkml:trace>
  <inkml:trace contextRef="#ctx0" brushRef="#br0" timeOffset="3317">4219 381 8390,'0'-15'863,"-5"0"-520,0 1 0,0 4 148,5 0 1,2 5-140,3-5 0,3 7-148,6-2 0,1 2-33,0-2 0,1 3-167,4-3 0,-2 4 3,6 1 1,-6 6 207,2 4 0,-4-2-339,-1 2 1,0 0-3,-1 5 1,-6 4 12,-3 1 1,-5 6 73,-5-2 1,-4 6 243,-11 4 0,-3-3-105,-6 3-1,-2-2 150,-4-3 0,3 0-261,-7 1 1,6-1 122,-1 0 0,9-6-167,6-3 164,2-4 1,11-3-268,6-3 0,13-3 49,11-7 0,11-2-453,4-3 1,-2 2-93,2-7 0,1 5-297,4-5 0,-2 2 286,-3-2 1,4-3 665,-4 4 0,4-11 0,1-3 0</inkml:trace>
  <inkml:trace contextRef="#ctx0" brushRef="#br0" timeOffset="3635">4660 631 8390,'-10'-5'-1002,"0"0"1463,7-7 0,-4 9 459,7-7-523,0 7 0,2-8-132,3 6 1,3-2 2,7 2 0,6 2-46,3-7 0,4 5-190,2-4 0,-1 4-95,0-5 1,1 2 125,-1-2 1,1-3-126,-1 3 1,-1-3 210,-4-2-46,-2 1 0,-9-1-47,-4 0 0,-2 5 243,-7 1 1,-2 5-24,-3-1 0,-4 4-113,-11 1 0,2 1 98,-6 4 0,-6 8-81,-4 7 1,1 1-177,9-1 1,-4 1 113,3 3 1,4 4-364,2-3 1,4 3 102,5 1 0,-1-5-142,6 1 1,0-1-249,5 6 0,1-6-300,4 1 1,4-7-383,5 1 0,3-2 1214,2-3 0,4 1 0,6 0 0</inkml:trace>
  <inkml:trace contextRef="#ctx0" brushRef="#br0" timeOffset="3636">5321 733 8264,'30'0'655,"-6"0"-386,1 0 0,-7 0 458,1 0 0,-7 7-245,-3 3 1,-5 8 102,1 1 0,-12 8-29,-8-3 1,-3 4 9,-11 1 1,-4 5-236,-11 1 1,-8 1-64,-7-2 1,0 4-269,-4 6 0,-4 0 0,0 0 0</inkml:trace>
  <inkml:trace contextRef="#ctx0" brushRef="#br0" timeOffset="5245">177 1498 8222,'-15'-7'0,"-5"4"-130,1-7 0,-1 5-156,5-4 1,1 5 466,-1-1 0,5 2-12,0-2 1,5 4 108,-4-4 1,5 1-2,-1 0 78,-3 2 0,7-6 152,-4 3 28,3 3-400,2-4 1,0 4 47,0-3 0,2 3-223,3-2 1,3 2 73,7 2 0,6 0 150,3 0 1,15 0-60,6 0 1,15 0-445,4 0 0,12 0 221,8 0 0,-32-1 0,2 0-327,4-1 1,1-1 0,11 3 0,1-1 321,4-2 0,2 1 0,3 0 0,2 1-324,3-2 0,1 1 0,3 1 0,2 0 321,2-1 0,0-1 0,-4 0 1,-2 0 64,-5 0 1,-2 1 0,-2-3 0,1 0 61,2 3 0,-1-1 0,-2-2 1,-2-1-68,-5 1 1,0 0 0,-1 1 0,-1 0-110,-3-1 1,0 0 0,-3 0 0,-2 0 138,-2-2 0,0-1 0,-1-1 0,0-1 30,-4 0 1,0 0 0,0 0 0,1 1 145,-1 1 0,0 1 0,-2 0 0,0-1 29,2 1 1,0-1 0,-1 1 0,-1 0 84,-1-1 1,1 1-1,44-3-173,-3 0 1,-16 7 0,-10-2 464,-10 4 1,-13 1-371,-10 0 685,-9 0-645,-4 0 790,-6 0-864,-7 0 0,-8 0 427,-10 0 0,2 0-557,-2 0 1,0 0 127,-4 0 0,-1 0-257,0 0 1,5-2 181,1-3-310,-1 4 224,-5-6 0,5 7-230,1 0-16,5 0-123,-2 0 185,6 0-590,0 0 565,0 7 107,0-6 0,1 6-127,4-7 114,-3 6 1,6-4-11,-3 3 0,-3-2-83,3 2 21,-4-3-11,6 4 33,-6-6 0,7 0-46,-3 0-600,-3 0 8,5 0 2,-7 0 613,0 0 1,6 7 0,2 1-1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2:39.182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116 89 8416,'-19'-5'0,"-1"0"426,2 2 1,2-3-1895,1 1 761,0 0 758,7 5 1,3 1-136,10 4 1,5-3 137,10 3 1,-2-4-58,6-1 0,2 2 210,8 3 0,4-3 81,6 2 1,7-2-152,3-2 1,13 0 107,11 0 0,12 0-416,-37 0 0,2 0 0,3 0 1,3 0 189,4 0 1,2 0-1,8 0 1,2 0-306,5 0 1,3 0-1,4 0 1,1 0 317,3 0 1,0 0 0,1 0 0,0-2-396,-1 0 1,0 0 0,6 1 0,0 0 340,-32-1 0,-1 1 0,2-1 0,3 1 0,0 0 0,1 0-7,1-1 1,1 0 0,-1 1-1,2 0 1,0 1 0,-1-1 35,-2 0 0,-1-1 0,2 0 0,3 1 0,2 0 0,0 0-33,1-1 0,1 1 0,1-1 0,0 2 1,1-1-1,0 1 25,0-2 1,0 0 0,-1 1-28,-4 0 0,-1 0 0,-1 1 0,1 0 0,0 0 0,-1 0 0,-2 0 0,-2 0 0,1 0 7,-1 0 1,1 0 0,-1 0 0,0 1 0,0 1 0,-1 0-269,27 0 0,-3 1 0,-1 0 0,-1-1 264,-8-2 0,-2 0 0,3 0 0,-1 0-26,-3 0 0,-1 0 0,-8 0 0,-3 0-27,-2 0 1,-2 0 0,-4 0 0,-1 1 159,-6 2 0,0-1 0,2-1 0,0 0-198,-1 1 1,-2 1-1,34-2 780,-19-1 1,-14 0-695,-14 0 0,-6 0 1373,-10 0-1055,-9 0 287,-8 0 1,-14 0-549,-3 0 0,-8 0 291,-1 0 1,-7 0-303,1 0 1,2-4-156,-1-1 1,-1-2 68,-4 2 1,4 4 26,1-4 0,6-2 8,-2 2 0,4 0-26,1 5 1,5-5-97,1 1 157,5-1 0,-2-2 0,6-1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2:32.043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133 529 6377,'0'-8'-255,"0"-5"276,0 12 0,0-8-35,0 4 46,0 4-259,0-6 137,0 7 90,0 0 0,-7 0 0,-1 0 0</inkml:trace>
  <inkml:trace contextRef="#ctx0" brushRef="#br0" timeOffset="975">206 500 8282,'0'-15'-842,"0"1"688,0-1 0,0 0 639,0 0-39,-6 1-114,-3-1 0,-5 2-183,-1 3 1,5-1 60,0 6 0,1 0-23,-6 5 0,0-5 186,0 0-362,1 0 0,-1 10 97,0 0 0,6 5-144,-1-5 1,6 6 54,0-1 0,-3 3 21,2 2 0,0-1-54,5 1 0,5 0 100,0 0 0,5-1-112,-5 1 1,6 0 77,-1-1 0,-2 1 55,2 0 0,-5-1-54,5 1 0,-5 0 37,4 0 1,-5-1-7,1 1 1,-4 0-1,-1-1 1,0-4-136,0 0 0,0 0 119,0 4 1,-1-4-712,-4 0 441,-4 0 0,-5 3-351,-1-3 0,5 1 209,0-6 1,6 2-1192,-6-3 469,6-2 1066,-2 5 0,6-7 0,0 0 0</inkml:trace>
  <inkml:trace contextRef="#ctx0" brushRef="#br0" timeOffset="1300">206 676 7030,'0'-14'-289,"0"4"1407,0 0-718,0 7 1,0-5-272,0 3 26,0 3 0,11-4-179,4 6 0,8-5 28,-3 0 0,11-2-113,-2 2 0,5 2 47,1-7 1,-3 0 74,8-4 0,-6 1-47,5 3 1,-8-3 45,-2 3 1,-1-5 60,-8-4 1,-7 7-61,-8-2 255,-4 2 1,-2-1-143,-4 3 1,-8 4-59,-7 6 1,-6 0 200,2 0 1,-4 6-107,-2 4 1,1 3-41,0 2 0,1 0 32,3-1 0,-1 1-226,7 0 1,4-1 107,5 1 1,7 5-261,-2-1 1,3 1-116,2-5 1,12-2-75,2-4 0,16 5-352,-1-5 0,9-1 301,-4 2 1,7-6 462,-2 0 0,-3-2 0,0-2 0</inkml:trace>
  <inkml:trace contextRef="#ctx0" brushRef="#br0" timeOffset="2244">970 485 8282,'0'-23'9,"0"-3"0,0 5 16,0-2 480,0 5-189,-6-3 0,4 6 203,-3 1 1,-1 4 145,1 0 103,0 7-194,-2-4-440,-1 7 0,-5 7 97,3 3 0,-3 3-38,4 1 0,0 6-12,0-1 1,0 6-151,0-5 1,-3 6 165,7-2 1,-5 4-71,6 1 0,-8-4-436,2-1 1,2 1 199,-2 4 1,2-1-6,-2-3 0,-1 1 171,6-7 1,-5 6-56,5-6 1,-1 1 50,1-5 7,3-7 116,-4-2 1,7-6-131,4 0 0,4-5-8,5 1 0,3-8 25,2 2 0,-1-3-126,7-1 0,-1-3 118,5-2 0,1 2-71,-1-2 0,1 2-44,-1 3 1,0 4-174,1 0 1,-1 2-250,1-2 0,-3-1 197,-2 6 1,1 0 114,-6 5 0,-1 0-42,-4 0 1,0 0-1263,-1 0 1,-4 6 87,0 4 1386,-7-3 0,10 12 0,-5-2 0</inkml:trace>
  <inkml:trace contextRef="#ctx0" brushRef="#br0" timeOffset="3053">1088 426 8219,'0'-14'0,"0"-1"-163,0 0 221,0 1 0,-2-1 160,-3 0 1,4 1-139,-4-1 0,-2 5 177,2 0 0,-6 2-183,1-2 1,-3 4 131,-2 6 1,-1 0-35,-3 0 0,-4 1 25,-7 4 0,1 5-3,-1 10 1,-4-2 72,0 6 0,0 6-5,4 4 1,2 5-107,4-5 0,3 2 74,6-1 1,0-4-296,1 3 1,5-3 88,5-2 0,4-1-106,4-3 0,5-4 39,5-6 1,6-6-45,0 1 1,1-7-38,-2 2 0,4-5 89,7-5 0,1 1-12,3-11 0,-1 3 30,6-7 0,-5 1 82,5-2 0,-6-1-63,1-3 1,-3-4 220,-1 3 1,-3-3-67,-2-1 1,-9 1 252,-6 4 1,-7-2 274,2 6 61,-3 0-418,-9 6 1,-6 7-71,-6 7 0,-7 8-179,1 12 1,-4 3 151,-6 6 0,4 2-196,-3 4 1,-2 1 71,2 3 0,4 3-166,6-3 1,6 4 23,-2 1 1,4 5-77,1 0 0,7-2-14,3-7 0,4 2 123,1-3 1,6-8-159,4-1 0,8-12 81,1-4 0,8-1-78,-3-8 0,9 0 104,1-5 1,5-1-281,-4-4 0,5-4-144,0-5 0,0-1-136,0 0 1,-4-1-46,-7-4 0,0 7 188,1-6 1,-6 11-485,1-7 0,-7 5 360,1 0 0,-2 2 594,-3 3 0,1 4 0,0-6 0</inkml:trace>
  <inkml:trace contextRef="#ctx0" brushRef="#br0" timeOffset="3916">1308 1147 7830,'0'-8'1218,"0"-1"-734,0 5 0,7 2-312,3-3 0,4 3-166,6 2 0,3-5-319,6 1 0,7-3-641,3 2 0,9 3 954,1-2 0,6-5 0,-2 1 0</inkml:trace>
  <inkml:trace contextRef="#ctx0" brushRef="#br0" timeOffset="3917">2190 456 8192,'-13'-28'667,"4"4"0,-3 2-196,7 8 1,-1 6 1009,1 3-980,3 3 0,-9 4-121,6 3 1,-5 4-135,5 11 0,-5 4-11,5 11 0,-4 1-96,4 3 0,0 3-160,5-2 0,-5-3-468,0 2 1,-2 0 362,3 6 0,2-1-939,-3 0 1,2 0 428,-2 0 1,3-2-588,-3-2 0,4-4 1223,1-7 0,-7 0 0,-1 1 0</inkml:trace>
  <inkml:trace contextRef="#ctx0" brushRef="#br0" timeOffset="4172">2205 956 8192,'0'-15'18,"-5"0"-9,0 1 0,0-1 440,5 0 1,7 5-84,3 1 1,4 5-201,6-1 1,5-3 28,9-2 0,-1 2-249,6-2 0,-5 7-91,5-2 0,0-3-154,5-2 1,-6 2 243,-4-2 0,-3 1-36,-1-6 0,-7 0 12,-4 0 1,-4 1-43,-5-1 413,-4 0 1,-7 2-131,-4 4 0,-8-3 228,-7 7 0,-4 0-26,4 5 0,-6 5 98,1 0 0,4 7-244,2-3 0,2 9-69,2 2 1,1 1-98,-1-1 1,5-2 100,0 6 0,7-4-512,-2 4 1,4 1 182,1 4 1,1-4-778,4-1 0,5-1 87,10 2 1,-2 1 865,6-7 0,1 7 0,4-3 0</inkml:trace>
  <inkml:trace contextRef="#ctx0" brushRef="#br0" timeOffset="4173">2896 779 8192,'6'-14'224,"-4"-3"22,3-2 0,-3 7-16,-2-3 1,5 4 15,-1-4 0,3 7 641,-2 3-508,3 4 1,7 1-149,-1 0 0,0 1-85,-5 4 0,4 3-120,-3 7 1,3 5-162,2-1 1,-5 2 136,0-1 0,-6-2 5,6 7 1,-6-3 8,0 3 0,-2-2-150,-2-4 1,0-2 165,0 2 0,0-2-12,0-3 0,0-4 136,0 0 38,0-7 0,-2 4-123,-2-7 4,2 0 0,-10-2-145,8-3 0,-1-5 134,5-9 0,0 2-81,0-2 1,5-2 37,-1 1 1,8-4-20,-2 4 0,4-5 69,6 6 0,-2-2 85,6 1 1,-6 4-132,2-4 1,1 9 22,-1 1 1,6 7 168,-2-2 0,-1 3-87,2 2-1,-7 2-60,1 3 1,-2-2-55,-3 7 1,-4 1-21,0 9 0,-7-4-176,2 4 0,-2-2 66,2 1 1,-3-2-492,3 2 1,-3-3 272,-2-1 1,-5 0-764,0 0 0,0-1 446,5 1 1,-2-2 649,-3-3 0,4 3 0,-6-5 0</inkml:trace>
  <inkml:trace contextRef="#ctx0" brushRef="#br0" timeOffset="5061">4483 44 8345,'0'-14'-220,"-1"4"220,-4 0 0,2 7 1010,-7-2 0,0 3-358,-5 2 0,-1 7 41,-4 3 0,-2 11-111,-8 8 1,1 2-191,-1 8 0,-4 1-310,0 4 0,-1 5 152,6 0 1,-5 5-605,-1-5 0,1-2 316,5-8 0,-1 2-893,1-7 1,1 1 75,4-6 1,3-6-261,6-4 1,5-4-633,0-5 1763,7-4 0,-4-6 0,7 0 0</inkml:trace>
  <inkml:trace contextRef="#ctx0" brushRef="#br0" timeOffset="5781">3749 147 8333,'-14'-6'0,"5"-4"921,-4 3-476,4 1 1,1 12-144,3 4 0,10 5-26,5 4 0,5 3-49,4 2 1,4 4-108,7-4 1,6 4 103,3 2 0,3-1-750,2 0 0,7 1 320,3-1 0,3-4-573,2-1 1,-7-1 206,-3 2 1,-11-9-93,-9-6 0,-6-2-167,-8 2 831,-7-4 0,-8 1 0,-8 1 0</inkml:trace>
  <inkml:trace contextRef="#ctx0" brushRef="#br0" timeOffset="5782">3719 515 8323,'0'-15'-357,"0"0"1,7 5 1184,2 1 0,5 4-220,0-5 0,9 2-156,6-2 1,7 3-207,9 7 1,10 0-122,4 0 0,14 0-664,1 0 0,3 0 215,-4 0 1,-1 7 323,-3 3 0,9 3 0,-3 2 0</inkml:trace>
  <inkml:trace contextRef="#ctx0" brushRef="#br0" timeOffset="6219">5116 500 8186,'0'-21'218,"0"4"1,0-4 0,0 6-32,0 1 0,3 4-19,7 0 0,3 2-86,16-2 1,4-1-42,11 6 1,6-7-238,4 3 1,4 0-55,0 0 0,-1-1 167,-3-5 0,-6-4 20,-14-1 1,-3 0 88,-16 6 47,-4-8 0,-11 6 0,-1-2 87,-4 7 0,-10-1 245,-10 7 0,-2 1-129,-3 4 1,-6 0 421,-3 0-400,-3 6 1,-2 2 0,1 9 230,4 2 0,0 2-411,9 4 1,-2 4-74,7 1 1,10-1-229,6 5 1,5 2 113,4-1 0,4 4-154,5-5 1,9 0-105,17-4 1,2-1-324,7 1 0,7-3-1089,3-2 865,3-4 695,2-6 1,0-1-1,-1 1 1</inkml:trace>
  <inkml:trace contextRef="#ctx0" brushRef="#br0" timeOffset="6220">5997 338 8133,'0'-29'-265,"-4"6"1511,-1 3-281,0 4-730,5 8 1,0 3-57,0 10 0,6 3 45,4 7-90,3 6 1,0 2 0,-1 6-135,-3 1 0,1-1 44,5 0 1,0 1-213,-1-1 0,-4 1 17,0-1 122,-7-6 1,5 5 0,-4-5-93,1-1 0,-1 0 28,-4-8 1,-1-1-5,-4-3 59,-3-3 134,-7-7 1,5-2 0,2-3-73,2-5 1,1-3 14,5-1 0,0-6 27,0 0 0,0-6 71,0 2-81,6-4 0,1 4 0,6 1 62,1 1 1,-2-2-14,8 4 1,1-4-88,-2 4 0,6 1-13,-6 4 19,8 7 0,-9 1 0,6 7-106,2 0 0,-5 2 58,-1 3 1,1 3-152,-1 7 1,-2 4 52,-8 1 103,3-1 1,-12 1-1,4 1-12,-3 2 0,-2-5-26,0 2 114,0-4 0,-7-1 0,-2-1-113,-5 1 250,6-7 0,-5 4-75,3-7 1,-3 0 111,-1-5 0,5-2-112,5-3-25,-5-3-49,8-13 0,-6 4 0,9-4 73,3 0 0,0 3-17,9-7 1,-2 6 40,7-6 0,4 6 102,2-6-179,3 7 0,1-3 1,2 6 81,3 1 1,-1 5-145,6 5 0,-11 2 64,1 2 1,-4 2 15,-1 2-45,-2 5 1,-9 5-1,-4 3-112,-4 2 0,2-1 31,-2 7 0,0-2-182,-5 1 1,0 2 136,0-6-379,0-1 1,-5 1-1,-2 0-731,-1-2 0,5-2-82,-2-1 1280,-3-1 0,0 1 0,-7 0 0</inkml:trace>
  <inkml:trace contextRef="#ctx0" brushRef="#br0" timeOffset="6427">7115 191 8355,'8'-29'0,"0"1"360,-3 4 0,-2 2 544,7 8 0,-5 6 1128,5 3-1344,-7 3 0,3 4-128,-6 3 0,0 4-295,0 11 1,-5 0-28,1 9 1,-3-1-26,2 11 0,-1-5-98,-4 5 1,-2-1 48,7 1 0,-6 2-230,1-7 0,2 5-325,-2-4 0,7-1 133,-2-5-9,-3 1 0,6-7 1,-3-4-176,4-2 333,1-9 0,6-2 37,4-6 0,8-6 243,2-4-116,6-3 0,2-7 1,6-1 44,-1-2 0,2 4 255,0-6 1,4 7-46,-5-1 0,5-3 54,-4 3 1,-6 4-201,-4 5 1,-2 7-42,1-2 0,-3 3-36,-6 2 1,-5 7-20,0 3 0,-7 3 46,2 2 0,-5 1 5,-5 4 1,-8-4-211,-7 3 0,-8 3-205,-1-3 0,-13 3-359,-12-3 1,-4-3 307,0 4-704,-1-4 0,-2-1 0,-1 0-310,-1-1 1,6 0 1360,8-5 0,3 11 0,2-4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2:46.334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457 2396 7954,'-15'-13'0,"5"3"-402,0-9 241,7 3 141,-3 1 1,7 5 16,4 0 0,3 7 1,7-2 0,6 3 36,4 2 0,-1 0 84,6 0 0,-3 2-120,13 3 1,-1-2 16,5 7 0,6 0 65,4 5 1,4-1-13,0 1 0,1 0 96,0-1 1,6 3-94,4 2 1,4-2-265,6 2 1,4-2 282,10-3 0,-1 1-18,6 0 1,-7-1-50,2 1 0,-42-8 0,1-1 17,2-1 0,0 0 0,1 1 1,1 1 14,3-2 1,-1 0 0,-2-1 0,0 0-243,4 1 1,2 0 0,-1-1 0,1 0 238,3 1 1,2 0 0,0-1 0,1 0-32,3-2 0,0 1 0,-2 0 0,0 0-1,4 2 1,1 0-1,-5-1 1,-1 0-2,0-1 0,1-1 0,-1-1 1,1 1-4,3 3 1,-2 0-1,-5-3 1,-1-1-47,3 2 1,-1-1-1,-7 0 1,-1 0 30,-2 0 1,1 1-1,3-3 1,1 1-43,0 2 0,0-1 1,2-1-1,-2 0 31,-6-1 0,-2 0 1,4 0-1,0 0-4,0 0 0,-1 0 0,7-2 1,0-1 8,1 1 1,-1-1 0,-1-2 0,-1-2 0,-5 3 1,1-1-1,-1-2 1,2 1 2,3-2 1,0 1-1,-2 0 1,-2-1-142,0 1 1,-1 0 0,-3-1 0,-1 1 139,41-8 1,3-4 1,-45 9 0,1 0 0,-2-3 0,-1 0-11,45-12 1,-8-2-177,-12-3 0,-1 1 177,1-1 1,9-4 8,0 0 1,1-1-2,-11 6 1,-11-7 22,-3-3 0,-5-2 129,0 2 0,3-4-83,-3 4 0,3-8-59,2-2 1,-2-5 59,-3 5 1,-4-5-79,-6 5 0,-6 0 13,-4 5 0,2-5 33,-1 0 0,4 0-1,-5 5 1,5-7-110,-4-3 1,4-1 499,-5 1 0,-6 3-355,-9 7 1,-4 2 229,-5 3 1,-4-2-170,-6 6 0,-8-4 52,-6 5 1,-9-7-209,-12 2 1,-7 1 13,-7-1 1,-7 2-140,3-3 0,-6-2 20,-5 3 0,-5-2 103,-9 2 0,-4 3-263,-6 6 0,-7-1 271,46 14 0,0 0 1,-45-14-269,1-3 1,42 20 0,-1 2 292,-2-1 0,0 1 1,-1 0-1,-1 0 10,-3-3 0,0 0 0,5 1 0,-1 0-6,-4 2 1,0 0-1,-1-2 1,-1 2 4,-2 2 1,-1 0 0,-2 0 0,0-1 49,-3 1 0,1 0 1,2 2-1,1 0-296,-4-2 0,1 0 0,1 4 0,0 1 301,-2 0 0,1 0 1,-3 3-1,1 1-35,1-2 1,1 1-1,-1 1 1,-1 0 37,-3 1 1,-1 0 0,5 1-1,1 0-58,2 1 0,0 1 0,-5 3 0,0 1 6,-8 2 1,1 2 0,4-1 0,1 1-21,2-1 0,0-1 0,-1 0 0,0 0-51,-2 4 1,1-1 0,1-2-1,0-1 39,-4 4 1,0-1 0,6-3-1,0 0-77,-4 1 1,1 0 0,6-2 0,2 1 21,-2 1 1,1 0-1,1-2 1,0 0 18,-4 2 1,0 0 0,5-2 0,1 0 11,-1 0 0,1-1 0,4 0 0,2 1-58,0-1 1,1 0 0,-1 1 0,0-1 153,-4 1 0,-1-1 0,4 0 0,0 1-42,2-1 1,0 0 0,0 1-1,2 1 118,-44 10 1,44-10-1,-1 0-76,-4 3 0,0 1 0,4-1 1,1 0-42,-1 2 1,2 2-1,3 0 1,0 2 13,-43 16 1,47-13-1,-1 1-21,-5 0 0,1 0 1,-34 17-7,2 5 0,14-3 177,15 3 0,4-5-315,6 0 1,0-1 90,0 1 1,6 2 254,4-7 1,-2 7-381,1-2 1,8 2 580,7-2 0,4 4-444,1-4 1,2 2 371,3-2 1,-1-3 17,6-7-338,0 1 1,5-1-1,0 0 223,0 1 0,5-2-166,0-4 1,11 4-3,-1-4 1,9 9 329,1 1 1,9 1-116,5-6 0,5 7 34,5 3 0,4 2-219,5-2 0,1 2-175,0-7 1,6 6 159,4-6 1,16 5-144,8-5 0,-44-16 0,0-1-114,0-2 0,0-1 0,4 1 0,0-1 145,-2 1 0,1 0 0,9 2 0,1 0-101,-1 0 0,0 0 0,2 1 0,0-1-159,-4-2 0,-1-1 1,0-1-1,-1-1 161,1 0 0,1 0 1,1 0-1,0-1 24,3 1 1,1 0 0,-5 0 0,-2-2 58,-5-3 1,-1 0 0,0 1 0,1-1-111,46 8 1,-46-10 0,0 0 139,0 0 0,-1-1 0,45 0 19,-17 1 0,-7-4 138,-14-1 1,0 5 177,-4 0 0,-1 0-246,-8-5 0,-5 0 1076,-10 0-949,-1 0 0,-8 2 908,-6 2-888,0-2 319,-14 5-449,6-7-51,-7 0-241,0 0 116,0-7-242,0 5 187,0-4-42,0 6 140,0 0-10,6 0 1,-2 0 17,6 0 1,-6 0-41,6 0 16,-6 0 51,9 0 1,-5 0-2,6 0 0,-4 5-4,0 0 1,-5 0-2,5-5 1,-5 0-18,4 0 0,-4 0 3,5 0 1,-5 0-16,5 0 23,-7 6 6,10-4 0,-10 4 118,7-6 9,-6 0-62,2 0 0,-4 0 96,3 0-161,-4 0 81,6 0-143,-7-6 85,0 4-13,0-4 0,0 4 62,0-3-2,0 3-69,0-4 0,1 4 29,4-3-156,-3 4 0,6-6 138,-3 7 0,-2 0-190,7 0 1,0 0 44,5 0 1,-6 2-67,1 3 0,0-4 126,5 4 0,4 2-16,1-2 0,-1 0 44,-4-5 1,0 5 27,0-1 1,-6 1-150,1-5 17,0 7 606,5-6-262,-1 6 1,-4-7-116,0 0-105,-7 0 1,5 0-43,-3 0 29,-3 0-22,4 0-189,1 0 199,-5 0-42,11 0 0,-12 2 45,4 3 1,-2-4-42,2 4 46,-3-3 9,5 4 15,-1-4 1,-4 6-6,3-3 57,-4-3 1,1 4-56,3-6 1,-4 2 98,4 3-64,-3-4-5,-2 6 0,0-6 1,0 4 0,0-3-8,6 4 1,-4-4-1,3 3-29,-3-3 1,-1 6 22,4-3-170,-3-4 93,4 6 35,-6-1 0,2-4 11,3 3-15,-4 3 49,6-6 6,-7 4 0,2-1 10,3 0-41,-4 0 92,6-5-35,-7 0 8,0 7 2,0-6 6,0 6-42,0-7-1062,0 0 1036,6 0 50,-4 0-40,4 0 4,-6 0-308,0 0 275,-6 0-8,4 0 21,-4 0-6,-1 0 12,6 0-4,-6 0 62,0 0-59,6 0 110,-6 0-71,1 0 9,4 0-15,-11 0-7,11 0 0,-6 0 5,3 0-3,4 0-19,-6 0 17,1 0 29,4 0 1,-6 0-33,3 0 2,3 0-8,-4 0-3,6 0 6,-7 0-2,6 0-22,-6 0 25,7 0-43,-6 0-13,4 0-3,-5 0 18,7 0-1896,0 0 1480,0 6 1,2-4 458,3 3 0,3 3 0,7 0 0</inkml:trace>
  <inkml:trace contextRef="#ctx0" brushRef="#br0" timeOffset="386">3705 2793 7900,'-6'-21'-351,"2"10"-754,-5-4 618,5 3 487,-2-2 0,6 6 0,6 1 0,2 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3:58.92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175 442 8219,'-14'-15'-598,"-1"0"541,0 1 1,5 4 713,1 0 0,4 7 248,-5-2 126,7 3-236,-4 2-683,7 0 1,2 0 0,3 0 159,4 0-94,11 0 1,4-1-175,11-4 0,2 3 162,7-3 1,14-3-287,5-2 1,14-3 54,6-2 0,15-1-292,-47 6 0,1 1 1,5 0-1,1 0 273,0-4 1,1 1 0,0 2-1,0 0-34,2-2 1,0 0 0,-5 3-1,-1 0-41,-3-1 1,-1 0 0,44-6-306,-12 1 0,-9 2 451,-11 4 1,-4-3-119,-5 7 1,-3-1 232,-7 1 1,-7 3-55,-2-3 1,-11 4 83,-4 1 1,-4-5 753,-1 0-625,0 0-25,-1 5 0,-4-5-72,0 0 131,-7 0-246,4 5 0,-7-1-81,0-4 127,0 3-1063,0-5 439,0 7-1984,0 0 2061,6-6 0,-3 4 58,7-3 394,0 4 0,5 1-218,-1 0 218,1 0 25,0 0-95,0 0 1,-6 0 703,1 0-69,-7 0 263,4 0-190,-7 0-228,0 0 100,-7 0-59,6 0 41,-12 0-298,11 0 0,-6 0 91,3 0 96,3 0-52,-4 0-345,6 0 571,0 0-465,0 6 0,0-2-33,0 5 0,0 3 56,0 7 1,-5 4-5,0 7 0,-2 6-101,3 3 1,0 8 89,-5 2 1,4 7-47,-5-2 1,5-4 37,-5-1 0,7-3-125,-2-2 1,3-6 94,2-4 1,0-5-144,0-4 0,0-4 93,0-6-19,0-1-49,0-5 97,0-3-114,0-6 1,-1 0 82,-4 0 1,-3 0-148,-7 0 1,-6 0 79,-4 0 1,-3 0-202,-1 0 0,-9 0-9,-6 0 1,-6 0-42,-9 0 0,0 0 126,0 0 1,-4 2 32,-1 3 1,0-4 144,5 4 0,1 3-94,-1 2 0,0-2 115,0 2 0,7-2-63,3 2 0,-2 3 140,2-3 0,5-2-76,5 2 1,8-2 26,2 2 1,-1 3 63,6-3 1,-4-2-74,-1 2 1,-1 0 104,1 4 1,-1-4-127,1 0 0,0-2 99,-1 2 1,2 3-81,4-3 1,1-4 98,3-1 1,4 2-35,-3-2 1,4 1 94,5-1 0,-3-3-8,3 2 0,2 0-92,-2 1 0,5-4-31,-4 4 0,4-2 42,-5 2 0,5-3-67,-5 3 0,5-3 58,-5-2 0,6 1-41,-6 4 1,5-3 30,-5 3-44,0-4 0,-4-1 92,-1 0 1,5 0-4,0 0-35,0-6 0,-4-2-11,-1-7 0,0 0 128,1 0 1,4-4-76,0-1 1,0-8-119,-4-1 1,-1-7 52,0-8 1,5-2-1,1-3 1,0 2-136,0-7 0,-3 0 80,7-5 0,-1 5-174,1 1 1,3 7 112,-3 2 0,4 3-335,1 12 1,0 2-99,0 13-533,0 6 1,6 3 260,4 10 0,5 8-542,4 6 1292,-2 7 0,10 4 0,-4 7 0</inkml:trace>
  <inkml:trace contextRef="#ctx0" brushRef="#br0" timeOffset="499">234 1559 8386,'-16'-10'0,"-2"2"0,-2 1-249,1 2 1,2 5 212,-2 0 1,2-4 461,-2-1 0,2 0-66,3 5 0,-1 0 68,0 0 1,5-2 140,1-3-284,5 4 0,-1-6-155,10 7-19,4 0 1,12-6-1,3-3-308,4 1 184,1-5 1,7 10-1,2-7-205,-1-1 137,-1 4 0,-1-4-1,-1 6 0,0 0 50,-4 5 1,-3 0 60,-2 0 0,-1 2 105,-9 2 1,2 6-88,-13 10 0,1 3 15,-5 6 1,-6 0-1,-4 1 1,-5-1-104,-4 1 0,2-1-9,-2 0 0,2-1-159,3-3 1,1 1-421,3-7 1,-2 1-78,8-5-747,-1-1 1016,5 1 0,6-7 78,4-3 1,5-5 358,4-5 0,-2-3 0,10-7 0,-4 1 0</inkml:trace>
  <inkml:trace contextRef="#ctx0" brushRef="#br0" timeOffset="891">925 1397 8386,'0'-23'0,"5"2"-105,0 6 1,0 1 187,-5-1 0,0 5 844,0 0-397,0 7-156,0-10 1,-2 11-93,-3-2 0,2 2-33,-7 2 0,2 6-11,-2 4 1,-3 3 32,3 2 1,-8 1-157,-1 4 0,-1-2 116,5 6 1,5-4-257,1 4 1,1 1 46,-2 4 0,-2-1-225,7-3 0,1 2 119,4-2 0,0-2-323,0 1 1,6-6 167,4 2 1,5 1 6,4-1 1,-3-7-26,4-8 1,1 1 122,-1-1 0,4 0 164,-4-5 1,4-7-99,-4-2 1,0-4 134,-6-2 1,1 0-70,0 0 0,-7 1 98,-3-1 0,-4 0-40,-1 1 0,-1-1-38,-4 0 0,-3 2-125,-7 3 0,-1-1 100,-4 6 0,2-5-349,-6 5 1,-1 0 101,-4 5 1,-1 2-133,1 3 1,0-2-11,-1 7 1,2 0-71,4 5 0,4-6-203,11 1 669,2 0 0,0 5 0,-1-1 0</inkml:trace>
  <inkml:trace contextRef="#ctx0" brushRef="#br0" timeOffset="1590">1513 1250 8386,'0'-14'-531,"0"-1"986,0 0 27,0 0 0,0 6 412,0-1-612,0 7 0,-2-4 14,-3 7 1,-3 0-16,-7 0 1,1 5 60,-1 0 1,-5 8-18,1 2 1,-7 1 16,1 8 0,-1-4-113,2 5 1,2-3-122,8 3 0,1-2-154,3-4 0,3-2 93,7 2 1,8-2-153,7-3 1,6 1 74,9 0 1,4-6-81,0 1 1,6-2 21,-6 2 1,0 3 88,-4-3 1,-1 2-166,0-3 1,-1 4 108,-3-3 0,-4 5-72,-6 5 0,-7-4 100,-3 3 0,-4 3 50,-1-3 1,-11 1-50,-4-5 1,-9 1-16,-1 4 1,2-9-26,-1 4 0,6-6-4,-2 1 1,-1-3 10,1-7 0,1 0-10,4 0 1,7-2 128,3-3 1,3-5-107,2-9 1,0-4 90,0-6 1,7-7-78,3-4 0,4 3 39,6-2 0,-4 1-136,4-1 1,-2-2-202,1 7 0,-2-5-131,2 4 0,1 6 149,-5 4 1,3 9-2102,-9 1 2413,5 1 0,0 12 0,1-4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4:06.353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0 1706 8216,'0'-15'-1799,"0"7"1833,0 1 435,0 1-33,0 4 1,0 13-136,0 14 0,0 8-24,0 1 0,5 10-97,0 10 1,5 5-35,-5 4 1,1-1-72,-1 7 1,-3-2 117,3 2 1,1-1-275,-1-9 0,0-4-36,-5-10 1,0-8-43,0-3 1,0 1 30,0-6 1,0-3-496,0-11-190,0 0 281,0-1-364,0-5 896,0-3 0,-6-12 0,-3-3 0</inkml:trace>
  <inkml:trace contextRef="#ctx0" brushRef="#br1" timeOffset="2002">44 1720 10391,'-8'-6'-1379,"-5"4"1,12-6 2069,-4 3-592,3 3-243,2-4 355,0-1 0,7 4 57,2-7 1,6 5-97,5-4 0,2 4-9,8-5-80,6 0 1,3 0 0,8 0-4,2-1 1,7-2 75,-2-2 1,5-1-46,4-4 0,-2 4-1,2-4-188,-2 4 0,-1 0 0,4-2 55,5-2 0,1-4 20,-2 4 1,-2-1 8,-7 1 1,-6 4 21,1-4-27,-6 4 1,2 1 0,-4 1 3,3-1 1,5 0-31,10 0 1,-9 6 2,4-1 0,-5 0-48,0-5 96,-4 1 1,1-1 0,3-1 62,3-4 1,10 4-71,7-4 0,1 2-167,8-1 0,-13 2 124,-1-2-15,-7 2 0,-7 3 0,4-1-115,6 0 131,-1 0 0,8 1 1,-5-1-278,0 0 197,-2 1 0,-3-6 21,-3 0 0,-2 1 0,-8 4-30,5 0 0,10 1 3,5-1 1,-4 0 13,-1 1 1,-6 4-62,-4 0 118,-3 0 1,-4-3 0,1 2-5,-1 1 0,-3 2 172,10-2 0,0-3-176,5 3 0,-5 2 7,-1-2 0,-4 0 21,5-4 0,-8 1 4,-2 3 1,-5-3 17,-4 3 0,2 2-7,7-2 0,0 0 39,0-4 0,5 4-40,0 0 0,5 0 34,-5-5 1,4 2-25,-9 4 1,1-5-9,-10 5 0,4-4-9,-5-2 1,7 2-15,-2 3 1,-1-3 24,1 3 0,0-3-9,5-2 1,5 6 25,0-1 1,0 0-55,-5-5 0,-4 2-20,-1 3 0,-2-6-9,3 6 1,-3-6 1,-3 6 1,-1 2 27,6-2 0,-1 2-2,1-2 0,-3-1 21,-7 6 1,6-5 0,-1 5 1,-1-5 20,-9 6 1,2-3-18,-6 2 1,0 2 141,-6-7 0,1 5-71,0-5 1,-1 7 80,1-2-84,0-3 1,-2 5 57,-3-7 42,3 7-71,-12-4 1,7 6 101,-3-4-64,-3 3 170,4-5-191,-6 7 207,0 0-329,-6 0 25,4 0 14,-4 0 37,6 0-66,0 7 1,0-4 108,0 7 1,0 1-71,0 9 0,5-2 50,0 7 0,1-1-42,-1 5 0,-2 6 1,5 1 68,-1 1-105,4 2 0,-7 4-1,5-4 1,-5 4 0,2-6 14,1 1 1,-6 3-27,4-7 0,2-2-8,-2-7 0,0 1 45,-5-6-58,0 6 0,0-10 0,0 4 40,0-4-21,0-1 1,0 4-1,0 1 10,0-2 0,0-7 2,0-1-26,-7 0 0,-1 5-49,-7-1 0,1-4-9,-1 0 1,0-7 6,0 2 1,1 2-314,-1-2 334,-6-1 0,3 1 0,-7 0-89,-1-1 1,-6 2 103,-3-1 1,-6 2-98,2-3 54,-3-2 1,-4 9 3,-3-6 0,2 5 23,-7-5 1,5 5 0,-3-4-2,1 3 0,0-5 24,2 6 1,-3-2-77,-7 2 115,-6 3 1,3-5 0,-5 6 54,2-5 1,1 4-57,5-3 1,0 3 13,0 2 1,6 0-38,-1-1 21,0 1 0,-12 0 0,-1 1-16,1 4 0,2-4-15,10 4 25,-3-4 1,11 0-3,-3 4 1,2-4-10,-2 4 0,1-2 0,-6 0-1,-1 1 1,-2 1 11,-2-5 0,7-1 4,3 1 1,5 0 7,4-1-10,-2 1 0,6 0 0,-6 0 2,-3-1 1,3 1-8,-12 0-1,0-1 0,-3-1 3,3-3 0,-1 3 1,6-3 0,0 3 1,6 2 7,4 0 1,-4-1-4,4 1 1,-5 0-1,-5-1 1,-6 1-7,-4 0 8,-3-1 1,10 1-5,-7 0 0,3 0 1,6-1-1,5 1 0,5 0 7,-4-1-6,-1 8 0,0-6 1,-4 3 1,1-2 0,-4-2 6,1-1 0,-2 1 1,4 0 1,1-1 30,9 1 1,1 0 47,4-1-81,3-5 1,-10 7 20,7-6 0,-2 6 0,2-6-3,-5 3 0,-6 2-21,-4-1 1,9-4-15,-4 0 15,9 0 0,-6-1 0,7 1-11,1 2 1,4-4 0,5 2 1,-3-5-16,8 4 22,-7-5 1,3 7-9,-7-6 0,4 2 4,-3-3 1,3 0 0,-10 4 23,0-2 0,0 4 27,-3-5-46,-4 7 0,11-9 74,-8 7 1,8-2 0,-3 3-43,4-1 0,7-5 7,-1 5 0,6-5 2,-6 4-73,7 1 1,-3 0 43,6 0 0,-1-5 9,-3 4 1,2-4 0,-2 4 23,2-3 0,3 4-8,-1-5 0,0 1 34,0-1-60,1-3 1,4 4-1,0-4 41,-1 3-22,-2-3 1,3 4 0,2-4 121,1 3 18,-4-4-141,3 6 1,-2-7 405,0 0-244,7 0-12,-4 0-65,7-7-201,0-1 1,0-7 113,0 1 0,0-1-249,0 0 1,0 1-18,0-1 0,5-1 1,0-2-374,-2-2 337,-1 0 0,-2 11-261,0-1 534,0 0 0,-7-5 0,-1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4:09.472"/>
    </inkml:context>
    <inkml:brush xml:id="br0">
      <inkml:brushProperty name="width" value="0.08" units="cm"/>
      <inkml:brushProperty name="height" value="0.08" units="cm"/>
      <inkml:brushProperty name="color" value="#004F8B"/>
    </inkml:brush>
    <inkml:brush xml:id="br1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15 427 10148,'-7'-15'-35,"6"0"0,-6 1 0,7-1 240,0 0-133,0 0 1,7 6-1,3-1 401,3-2-327,1-1 1,6 0 0,1 3-161,2 6 126,-5 2 1,8 2-160,-6 0 1,4 0 129,-4 0 0,-1 6-92,-4 4 1,-5 5-93,0 5-220,-7-4 259,3 12 1,-7-10 119,-4 6 0,2-1 10,-7 2 1,0-3 67,-5-2 0,1-4 16,-1 4 0,5-4-102,0-1 1,7-5 171,-2 0-7,4-7 106,1 10-261,0-11 0,8 4-31,6-6 1,3 0-50,7 0 1,-4 0-6,4 0 1,1 0 9,4 0 0,-1-2 41,-3-2 0,1 2-59,-7-3 1,2 3-37,-1 2 1,-8 7 77,2 3 1,-9-2 31,0 2 0,-3 1-5,-2 9 1,0-4-70,0 4 0,-7 1-59,-3-2 0,-4 3 95,-6-3 0,2-2-199,-6 2 1,4-1-15,-5 2 1,6-7-143,-6 6 1,7-10-509,-1 5-622,2-2-419,3 2 1901,6-5 0,8-9 0,8-9 0</inkml:trace>
  <inkml:trace contextRef="#ctx0" brushRef="#br1" timeOffset="342">588 530 8539,'0'-15'-418,"0"0"0,0 5 486,0 1 1,0 4 1570,0-5-626,0 7-382,0-4-672,0 7 399,0 0-318,0 7 1,0 1 123,0 6 0,2 1-94,3 0 1,-2 0-22,7-1 1,-5 1-216,4 0 0,0-6-69,0 1 1,4 0 134,-3 5 1,3-2-49,2-3 1,0 1 85,-1-6 0,1 0 67,0-5 0,0 0-41,-1 0 1,1 0 181,0 0 1,-1-8-62,1-7 1,0-1-35,-1-9 0,-5 6-10,-4-6 0,-4 1 50,-1-6 1,-1 1-427,-4-1 1,-4 3 124,-5 2 1,-7 4 190,-4 6 1,-3 2-46,-1 3 0,4 4-827,1 6 1,4 6 166,-4 4 0,7 3 724,3 2 0,-1 6 0,7 2 0</inkml:trace>
  <inkml:trace contextRef="#ctx0" brushRef="#br1" timeOffset="742">1059 324 8490,'-15'-15'0,"0"0"0,2 6 0,3-1 873,-3 6-46,12-2-643,-6-1 1,9 4-10,3-7 0,3 5-218,6-4 0,6 0-43,0 0 1,6-4 127,-2 3 1,4 2-31,1-2 1,-1 2 100,-3-2 1,2-2-30,-2 8 0,-4-1-2,-1 5 1,-4 0 163,-1 0 1,-5 1-48,-1 4 1,-5 3 169,1 7 0,-4 6-88,-1 4 1,0-1-85,0 6 0,-6-4-267,-4 8 1,2-4 144,-2-6 1,5 4 0,-3-4-92,1 4 116,2 1 1,4-6-511,-4-3 1,3-2-65,-3 1 0,4-7-1025,1 3 827,0-4 312,6 4 0,-2-2-1786,5-3 2146,-5-4 0,9-6 0,-5 0 0</inkml:trace>
  <inkml:trace contextRef="#ctx0" brushRef="#br1" timeOffset="1202">1808 74 8533,'0'-15'-409,"0"0"328,0 1 898,0 6 0,-1-1 420,-4 5-55,3 2-459,-5-5-233,7 7-739,0 0 12,0 7 1,-4-4 203,-1 7 0,-2-2-382,2 2 306,4-4 80,-6-6 34,1 0 50,4 0 57,-5 0 11,14 0-23,1-6 0,7-1-57,-1-2 1,0 0 0,-3 6 90,-1-2-27,0 0 0,4 7 211,1 3-262,-7 3 0,4 8 248,-8 4 1,1 5-61,-5 9 0,0 3-45,0 7 1,-6 2 94,-4 3 0,-3 2-70,-2 3 1,2-5-30,3-10 0,-1-3 14,6-7 0,0-6-171,5-3 0,2-10 146,3-6 1,3-2-245,7-2 0,6-8-292,3-7 1,11-6-336,4-8 1,10-2 469,5-4 1,8 3 76,1-8 0,1 8-675,-5-3 0,0 9-232,0 2 930,-14 6 0,4-3 1,-11 6-1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4:15.684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88 749 8005,'7'-8'-761,"-5"1"0,4 6 924,-6-4-90,0 3 0,0-6 197,0 3 30,0 3-1,0-4-205,0 6 0,-2-5 126,-2 0-18,2 0 0,-5 7-82,7 3 1,0-2 183,0 7 0,0 6-107,0 9 1,0 4 115,0 5 0,0 5-117,0 10 1,-1 10-15,-4 10 0,-2 3 0,-2 1 1,-5 1-190,5-1 0,1-1 102,-2-3 0,6-12 60,0-13 1,2-3-376,2-12 12,0 4-40,0-17 224,0 5-549,0-12-118,0-3-194,0-6-209,0 0 682,0-6 0,0 2-24,0-6 0,0 1 436,0-6 0,-7 0 0,-1 1 0</inkml:trace>
  <inkml:trace contextRef="#ctx0" brushRef="#br1" timeOffset="808">74 822 9603,'-5'-14'-232,"0"-1"0,-2 5 133,2 0 436,4 7 46,-6-3-418,7-1 0,2 4 192,3-7 1,6 5-44,14-5 0,3 1-9,16-6 1,3-2-119,12-2 1,6 1 21,4-7 1,6 1-260,8-5 1,2-1 226,-36 15 0,0 1 1,0-1-1,0 0 39,2 1 0,1-1 0,-2 1 0,0 0-169,43-10 0,-2-2 83,-12 6 1,5-5-73,0 6-1,6-6 91,-2 6 0,-5-6-3,-14 6 1,1-1 39,-6 5 1,4 1 0,-6-1-81,-5 0 60,2 7 1,-15-5 0,2 5-61,-5 0 394,-15-5 1,2 11 0,-15-5 75,-3 1 262,-4 4-179,1-4 126,-6 6 422,6 0-629,-7 0-241,0 0 3,0-7 1,0 4-302,0-7 176,0 7-167,0-10-24,6 5 111,3-1 0,0 3 172,1 6-122,0 0 0,3 6 100,-3 4 0,1 5-91,-6 5 0,2 2 245,-2 8 1,-4 1-123,4 3 1,-3 4 19,-2 6 0,0 6-174,0 4 1,0 4-20,0 0 0,0 6-32,0 0 0,0 4 182,0-4 0,0 0-56,0-6 1,0-5 9,0-4 0,1-10-44,4-5 0,-1-4-22,5-6 1,-5-3 136,1-6-40,-4 0-9,-1-1 1,-1-4 64,-4 0 1,-5-5-30,-10 5 0,-3-5-158,-6 4 0,-9 1 154,-6 5 1,-6 0-244,-9-1 0,-13-4 107,-6 0 0,-9 5-559,-6 4 1,1 1 414,-6-5 0,47-5 0,-2 1 17,-3 1 0,-1 0 0,-1 0 0,-1-1 57,-3 2 1,1-1-1,5-3 1,-1 1 23,1 3 1,0-1 0,2-3-1,2 0 85,0 1 1,1-1 0,-46 8-102,4-3 0,23-5 19,11-5 0,18 3-38,12-2 0,0 0 27,4-5 1,4 0-45,1 0 1,4-2-26,1-3 1,5 4-406,1-4 741,5 3 1,0 2-808,8 0 0,6 0-33,10 0 660,3 0 1,13-6 0,1-3 0</inkml:trace>
  <inkml:trace contextRef="#ctx0" brushRef="#br1" timeOffset="1475">3116 367 11821,'-4'-10'-1599,"-1"0"1271,-7 7-62,11-10 0,-4 11 328,10-3 0,-2-1 231,7 1 1,6-7-123,8 3 1,6 0 20,4 0 0,4-1-323,6-5 0,2 0 289,3 1 0,-4-1-81,4 0 1,-3 6 93,-2-1 1,-11 6 61,-4 0-121,-9 2 0,-4 10 182,-6 7 0,-7 6 79,2 8 0,-8 1-76,-2-1 0,-7 2 51,3 4 1,-3-3-55,2 7 0,-3-6-170,4 1 1,0 2 171,0-1 0,5-1-337,-1-5 0,4 1-91,1-1 0,0-1-127,0-4 1,0-2-292,0-8 0,1-1 288,4-3 0,-1 2-479,5-8 865,1 1 0,5-5 0,0 0 0</inkml:trace>
  <inkml:trace contextRef="#ctx0" brushRef="#br0" timeOffset="1885">4278 176 8553,'-2'-20'-25,"-3"0"0,2 6 263,-7 4 1,7 5 539,-2-5-496,-3 7 0,0 3 55,-7 10 0,0 3-56,0 2 1,-1 4 47,-3 1 1,2 6-93,-2-2 0,-3 4-196,3 2 0,4-1 241,5 0 0,7-1 13,-2-3 0,3 2-82,2-2 0,2-2-39,3 1 0,3-4-1063,7 4 1,4-6 438,1 2 1,6-5-163,-1-6 0,-2 3 313,1-7 0,-6 0 194,2-5 1,1 0 146,-2 0 1,1-2-74,-5-3 0,-5-3 135,-1-7 0,-5 1-130,0-1 0,-2 5 91,-2 0 1,-2 0-63,-2-4 1,-9 1 12,-7 3 0,-6-2-66,1 8 1,-2-1-119,-3 5 0,1 0-45,-1 0 0,-4 0 97,0 0 1,-1 1-219,6 4 1,6-2 61,4 7 1,4 0-264,5 5 1,4-5 134,6-1 1,6-4 399,4 5 0,16-7 0,5 4 0</inkml:trace>
  <inkml:trace contextRef="#ctx0" brushRef="#br0" timeOffset="2343">4807 161 8553,'0'-23'-999,"5"-3"749,0 6 0,0 1 986,-5 4 1,-2 2-168,-3 3 0,2-1-41,-7 6 0,0-2-264,-5 2 0,1 4 0,-1-4 0,0 5-88,1 5 0,-6 3 106,0 7 0,1-1-283,4 1 1,5 0 132,1-1 1,5 6-275,-1 0 1,5-1 82,5-4 1,3 0-127,7-1 0,6 1 94,4 0 1,8-1-18,1 1 0,0 5 68,-4-1 1,4 1 40,0-5 1,0-1-162,-4 1 0,-6 5 148,1-1 1,-7 6 0,0-4-16,-7 2 26,-4-5 0,-9 8 0,-4-5-15,-9 2 28,-6 2 1,-10-3 0,-2-2-40,-1-4 8,-7-1 1,5 0 9,-3-1 0,3-5 57,6-5 0,7-4-47,4-4 0,4-11 188,5-10 0,12-9-65,13-5 0,6-4-38,8-1 1,7-5-22,3 0 0,-1 0 3,1 5 0,-1 2-134,1 3 1,3-2 119,-2 6 0,-4 3-248,-2 7 1,-5 4 51,-4 6-540,-4 7 0,-13 3-16,-3 10 0,-5 5-258,-5 10 1,-8-2 955,-7 6 0,-6 7 0,3 7 0</inkml:trace>
  <inkml:trace contextRef="#ctx0" brushRef="#br0" timeOffset="2593">3601 1263 8471,'-6'-14'0,"4"-6"559,-3 0 0,12-4-257,8 4 1,16 1 0,21 2 425,20-2-704,-24 8 1,3-1-1,11-3 1,2 1-1,6-1 1,1 0-1429,-1 0 1,0 1 1323,0-1 1,-1 0 0,0 3 0,-1 0 0,1 0 0,-1 1-242,1 1 1,-2-1-80,-6-3 0,-1 2 0,0 3 1,-1 1 188,-3-1 1,1-1 0,2 1-1,1 1 211,6 1 0,0 0 0,-1-1 0,-1-1 0,2 1 0,0 0 0,4 0 0,-1 1 0,3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4:19.202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956 265 18438,'-10'-5'-3723,"0"0"2778,1-6 0,0 8 1299,5-7-315,2 7 0,8-4 416,4 7 0,10-6-239,4-4 1,12 2 74,8-2 0,15 0-871,15-5 0,14-4 368,-38 9 0,3 0 1,4-3-1,2 0 290,8 1 0,3-1 0,1-3 0,2-2 0,11-1 1,0 1-1</inkml:trace>
  <inkml:trace contextRef="#ctx0" brushRef="#br0" timeOffset="1934">118 2690 9653,'-15'0'0,"1"0"-246,-1 0 1,0 0 254,1 0 0,-1 0 1,0 0 3,7 0 0,2-1 136,6-4 1,0-3-67,0-7 1,8-6 155,6-4 0,14-9-106,11-5 0,10-12-20,5-8 1,5-11-1,-27 31 1,0-2-977,1 0 1,2 1 836,4-2 0,1 0 1,4-2-1,2 0 1,3 0-1,1 1-5,1 2 0,-1-1 7,-2 2 1,-2 0 0,25-25 0,-13 6 56,-13 8-221,-1 12 0,-24 16 79,0 14 1,-14 7-340,-1 7 0,-10 6 170,-5 14 0,-4 1 278,-6 13 0,-3 0 0,-6 5 0</inkml:trace>
  <inkml:trace contextRef="#ctx0" brushRef="#br0" timeOffset="2484">633 2558 9653,'-9'15'522,"-4"-5"-818,4-1 358,-4 1 0,-1 0 352,5 0 155,2-7-365,7 4 0,2-14 38,3-3 1,4-4-93,11-6 0,3 0 48,6-9 0,7-2-31,3-8 0,6-10-200,4 0 0,3-8-111,7-7 1,12-5 75,-32 31 1,1-2 0,5-1 0,1 0-219,3-3 0,0 0 0,1 0 0,0 0 175,-1 0 1,0 0 0,-2-2 0,-3 0 27,-4 2 1,-1 0 0,-3 4-1,0 2-276,22-26 0,0 10 197,-4 5 1,-1 5 35,-8 5 1,-5 9-220,-10 11 0,-9 7 345,-6 3-374,-1 5 0,-14 6 600,0 13 1,-6 6-442,-9 8 1,-4 1 183,-1-1 1,0 7 16,6 3 0,-6 4 4,0 1 1,-4 5 7,4 0 1,-4 6 5,4-1 1,-6 5 7,2 5 0,1-9 28,-2 4 0,7-10-43,-1 0 0,1-3 202,-2-2 1,9-12-94,-4-2 1,5-11 229,0 1 1,2-10 520,3-5 75,4-4-563,-6-1 1,7-1 123,0-4-245,0-3 0,2-12 9,3 1 1,3-3-143,7 3 1,11-9 105,3-6 1,17-9-272,3-1 1,15-8-285,9-12 1,-36 30-1,1 0 288,3-5 0,1-1 0,3 0 1,0-2 7,4-1 0,0-2 0,3 0 1,1 0-97,3-2 0,0 1 1,-6 7-1,-2 0 4,2-1 1,-2 2 0,-7 5-1,-3 2 11,26-28 1,-9 5-332,-1 5 0,-12 12 104,3 2 1,-13 11-471,-2 9 353,-1 7 1,-19 3 76,0 10 0,-14 5 342,-5 9 44,-11 4 0,-3 7 0,-6-1 0</inkml:trace>
  <inkml:trace contextRef="#ctx0" brushRef="#br0" timeOffset="2759">2808 1809 9715,'-23'19'78,"4"1"1,-3 4 88,3-4 1,-1 4 160,6-4 0,-3-5 0,1-6 226,1 3 204,-3-6-491,10 1 0,0-9-82,3-3 1,10-4-126,5-11 1,9-4 25,6-11 0,11-4-201,8-10 1,3-5 129,12-10 0,3-1-239,-26 31 0,1-1 0,1-1 0,0 1 191,0 0 0,2 1 1,3-3-1,2 1-185,4-4 0,0 1 0,3-1 1,-1 0 84,-2-2 1,0 1 0,1 1-1,-2 1-73,-6 5 1,-1 0-1,2 1 1,-1 2-127,42-23 1,-8 10 30,-12 10 1,-13 9 0,-19 6-270,-6 2 190,2 9 45,-11 2 1,2 7 256,-9 4 0,-3 5 57,-7 10 1,-14 9 0,-2 9 0</inkml:trace>
  <inkml:trace contextRef="#ctx0" brushRef="#br0" timeOffset="2984">3778 1764 9824,'-14'9'279,"-1"4"-26,0-4 667,0-2-620,7 0 1,2-9-285,6-3 0,3-10 297,7-9 0,1-6-145,14-4 1,1-3 148,8-8 1,4 0-272,6-4 0,2-4 46,3-5 0,3-6-358,7 0 0,8-8 119,-31 36 0,1-1 0,2 0 1,2 0 144,3-2 1,0 0-1,-1 5 1,1 1-427,-2 3 0,-1 1 0,39-28 120,-6 8 1,-14 12-351,-6 7 0,-7 11 210,-3-1 0,-4 9 448,-1 1 0,-2 11 0,3-1 0,-4 4 0</inkml:trace>
  <inkml:trace contextRef="#ctx0" brushRef="#br0" timeOffset="3160">4484 1544 9888,'-21'-7'-151,"6"-2"1,7-4 470,8-2 1,13-6 93,6-4 1,21-9-245,9-5 0,6-5 32,4-5 1,11-10-551,-34 25 0,2-1 0,6-1 0,1-1 248,2-3 0,0 1 0,2 2 0,1 1-134,2-1 1,-1 0 0,-4 2 0,-1 0 269,-4 5 1,-1 1-1,39-26 1,-13 11-1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4:24.31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765 1985 7894,'0'-15'-1128,"-6"7"1398,4-5-142,-11 5-35,11 0 1,-6 0 154,3 3 142,4 3-286,-6-4 0,6 6-34,-4 0 54,3 0-22,-5 0-26,7 0-41,0 6 1,0-3 77,0 7-75,0-7 1,0 6 47,0-4 1,0-2-4,0 7 1,2-6 113,3 6 0,2-5 8,2 5-153,11-7 0,-10 5 0,11-4-14,0 1 0,2 4-28,6-4 0,6 5 31,-1-5 0,7 5-36,-2-5-2,10 6 0,-3-8 0,3 7-74,-3 2 1,-4-6-8,-3-1 0,2 2 77,-7-3 1,2 1 6,-1-5 7,-4 7 0,11-5 0,-3 2 29,4-2 0,2-2 49,4 0 0,-3-5 9,3 0 0,-3-5 23,-2 6-96,0-8 0,5 6 0,0-6 112,-2 2 0,6 5-76,1-4 1,4 1-121,6-2 0,1-3 145,4 3-173,-10 3 0,-4-6 0,-6 5 83,-1 0 0,-9-5-25,-5 3 0,4-3 20,1-2 0,3 1-12,3-1 29,-1 0 1,0 1 0,0-3 65,0-2 1,0 1 5,0-7 0,-6 2-13,-4-1 1,-1-4 85,1 3-138,-3-9 0,11 3 1,-2-3-2,2 3 1,2 1-14,0 1 1,5 0-14,0-1 1,-6-1-27,-9-3 36,4 3 1,-12-7-1,2 6-33,-6-3 1,-2-5-16,-5 0 1,-6 3-7,1-2 0,-6-4 40,0-1-28,-8-3 0,-1 11 0,-8-5 41,-4 2 0,-9-1-19,-3-4 1,-2 5 50,-8 0 1,-1 1-63,-4-1 145,-13-10 1,8 15-1,-10-9-64,2 6 0,0-2-22,-2 4 1,0 1-18,1 5 0,-3 4-7,-3 1-8,-9 6 0,-5-8 0,-7 6 11,0 2 0,8-3-115,13 1 0,-1 1 146,1 4 1,-6 0 29,1 1-51,-3-1 1,1 5 0,2 2 47,5 1 0,1-2-47,4 4 1,-5 0 3,5 5 0,-6 1-77,-8 4 72,-7 3 1,1 2 0,-1 0 48,7 1-48,9 9 1,-8-4-1,3 6 11,-2-1 0,-5-3-10,-2 6 86,3 1 1,1 9 0,12 2 16,7 2 1,3 1 11,3 5 1,1 2-28,-6 3 1,5 1-764,-5 4 695,14 3 1,-9-9 0,11 6 28,0 1 1,4-4 53,10-2-66,2-4 0,8 4 1,-1 2 94,0 1-115,7-4 0,0 2 0,5-6 23,-2 1 0,0-3-57,5-3 0,6-3 55,4-6 1,3-1 130,2 0 186,6 1 1,-3-1 0,7-1-289,1-4 1,3 4-20,6-3 1,2 2-33,7 3 0,2-2 61,3-4-140,-3 4 0,12-12 0,0 5-12,4 1 0,6-11 83,-4 4 0,8-9-344,1 4 0,14-7 200,11 2 0,-3-3 44,-2-2 0,-10 0 48,-5 0 0,7-7 2,8-2 1,-4-4-61,4-2 1,-12-5-8,-12 1 0,-9-3-227,-6 3 1,-6 2 83,1-2 1,-4 4-787,-1 5 0,4-1 67,-4 6 1,2-5 951,-12 5 0,-5 5 0,-4 5 0,-1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4:45.133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147 980 8402,'-29'-21'75,"1"3"139,3-7 1,4 14 389,7 1-167,-1 0-315,7 9 0,1 1 85,7 10 0,0 4-180,0 6 1,2 3-66,3 6 1,-2 5 198,7 1 1,0 6-117,4-2 0,-2-3 89,2-2 1,-1-3-25,12-2 0,-1-6 53,6-3 0,4-5 14,0-6 1,14-5 71,1-14-242,13-13 0,8-29 0,-28 18 0,1-3-1587,5-4 1,2-2 1456,9-7 1,3-2 0,5-4 0,1-2-102,8-6 1,0 1 0,2 1 0,1 1 0,-24 18 0,0-1 0,0 0-274,1 2 1,-1 0 0,1 1 496,21-15 0,-1 2 0,1-2 0,0 1 0,-8 6 0,-1 0 0,-1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4:53.196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1 60 8385,'0'-15'543,"5"5"-1997,0 0 988,0 0 1,-4 2 240,4 3 0,3 4 225,7 1 0,0 6 0,-1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4:53.371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42 44 8385,'-15'-6'-540,"0"-4"-184,7 3 1,5 1 723,13 6 0,6 0 0,13 0 0,7-7 0,2-1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5:08.071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234 148 8044,'-15'-15'0,"2"0"402,3 1-103,-3-1-673,11 7 147,-4-5 270,6 11 1,1-4-328,4 6 0,4 0 284,5 0 0,7 0 0,2 0 0</inkml:trace>
  <inkml:trace contextRef="#ctx0" brushRef="#br0" timeOffset="158">719 1 7657,'-7'8'-129,"4"0"449,-7-3 0,5 3-155,-5 7 0,6 1-335,-6 4 1,5-2 59,-5 6 0,7-4-260,-2 4 0,3-6 370,2 2 0,0 3 0,0 0 0</inkml:trace>
  <inkml:trace contextRef="#ctx0" brushRef="#br0" timeOffset="325">792 471 8033,'-29'0'434,"4"0"170,1 0 0,6 0-510,-2 0 1,6 7-565,4 3 1,3 3 57,7 1 0,0-4-225,0 0 1,12-7 636,2 2 0,17-10 0,0-3 0</inkml:trace>
  <inkml:trace contextRef="#ctx0" brushRef="#br0" timeOffset="508">1292 280 7933,'-5'-10'300,"0"0"1,-5 6-508,5-6-211,1 7 1,4-6 190,0 4 0,1 4 34,4-4 1,5-2-27,10 2 0,-3-1 95,8 1 1,-7 2 123,2-7 0,2 0 0,1-5 0</inkml:trace>
  <inkml:trace contextRef="#ctx0" brushRef="#br0" timeOffset="692">1380 89 7933,'-15'0'-257,"-1"-2"-64,-3-3 1,2 4 316,-2-4 205,2 3 0,3 2-114,-1 0 1,5 0 42,0 0-24,7 0-90,-10 0 0,11 2 1,-3 3 1,4-2-195,1 7-135,0 0 0,1 4 160,4 1 1,3-2-212,7-3 363,0 3 0,6-5 0,2 7 0</inkml:trace>
  <inkml:trace contextRef="#ctx0" brushRef="#br0" timeOffset="908">439 456 7933,'-65'0'0,"6"-4"-382,1-1 1,5 0 234,9 5 0,8 0 473,7 0 0,12 1-267,13 4-249,2-3 0,4 4 33,2-6 1,11 0-167,10 0 0,-1 0 71,6 0 252,-4-6 0,10-2 0,-7-7 0</inkml:trace>
  <inkml:trace contextRef="#ctx0" brushRef="#br0" timeOffset="1108">131 515 7969,'-38'0'0,"4"0"0,9 0-1067,6 0 654,9 0 0,5 0 413,10 0 0,5 0 0,9 0 0,3-6 0,2-4 0,4-3 0,-5-2 0,6 0 0</inkml:trace>
  <inkml:trace contextRef="#ctx0" brushRef="#br0" timeOffset="1233">586 251 7969,'0'-23'-786,"0"3"486,0 10 1,7-1 299,3 6 0,9 0 0,4 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4:53.554"/>
    </inkml:context>
    <inkml:brush xml:id="br0">
      <inkml:brushProperty name="width" value="0.08" units="cm"/>
      <inkml:brushProperty name="height" value="0.08" units="cm"/>
      <inkml:brushProperty name="color" value="#AB008B"/>
    </inkml:brush>
    <inkml:brush xml:id="br1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28 368 10127,'-10'-13'-321,"1"3"0,5 2 398,-1 3 1,5 4-545,5-4 0,4 3 175,5 2 0,7 0-112,4 0 0,3 0 414,1 0 1,7 0 0,2 0 0</inkml:trace>
  <inkml:trace contextRef="#ctx0" brushRef="#br1" timeOffset="142">572 280 8695,'0'-8'-370,"0"1"0,2 7-40,3 0 1,-2 0 409,7 0 0,6 0 0,7 0 0</inkml:trace>
  <inkml:trace contextRef="#ctx0" brushRef="#br1" timeOffset="334">1189 162 8306,'9'-6'-383,"-3"3"402,-6-7 1,2 7-156,3-2 0,-2-2 46,7 2 1,0 0 78,4 5 1,1 0-194,0 0 1,1 0 57,4 0 0,-4 0-82,4 0 0,-3 0 134,3 0 1,-4 0-108,4 0 1,-4 0 200,-1 0 0,0 0 0,6 7 0,2 1 0</inkml:trace>
  <inkml:trace contextRef="#ctx0" brushRef="#br1" timeOffset="475">1572 104 8440,'14'-13'-184,"1"3"1,0-3-169,-1 3 1,0 2 355,-5-2 0,4 5 185,-3-5 1,-2 5-26,2-4 1,-5 5 146,5-1-194,-7 4 211,10 1-442,-11 0 265,4 0 79,-6 0-365,0 0 0,0 6 1,0 2-1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5:11.917"/>
    </inkml:context>
    <inkml:brush xml:id="br0">
      <inkml:brushProperty name="width" value="0.06" units="cm"/>
      <inkml:brushProperty name="height" value="0.06" units="cm"/>
      <inkml:brushProperty name="color" value="#FF0066"/>
    </inkml:brush>
    <inkml:brush xml:id="br1">
      <inkml:brushProperty name="width" value="0.08" units="cm"/>
      <inkml:brushProperty name="height" value="0.08" units="cm"/>
      <inkml:brushProperty name="color" value="#FF0066"/>
    </inkml:brush>
  </inkml:definitions>
  <inkml:trace contextRef="#ctx0" brushRef="#br0">103 2979 8381,'-14'0'-88,"-1"0"1,0 0-167,1 0 501,-1-6 0,2 3-31,3-7 0,3 5-124,7-5 0,2 5 54,3-5 1,3 1 42,7-6 0,1 0-42,4 1 0,1-1-232,3 0 1,4-1 173,-3-4 1,3 4-50,1-4 0,-1 4 123,-4 1 1,2 1-61,-6-1 1,-1 5 16,-4 0-11,0 7 0,-5-4 39,-1 7 1,-5 2-13,1 3 0,-4 3 110,-1 7 0,0 0-173,0-1 0,0 6-112,0-1 0,-5 6-129,0-5 1,1 1 81,4-2 0,0-2-281,0 2 1,0 2 112,0-1 1,0 1-233,0-1 0,-5-4 96,0 4 0,0-4-41,5-1 0,0 0-331,0-1-107,0 1 869,6 0 0,-4-1 0,5 1 0</inkml:trace>
  <inkml:trace contextRef="#ctx0" brushRef="#br0" timeOffset="373">706 2730 8387,'0'-17'-95,"0"-2"1,-2 2 139,-3-2 0,4 7 169,-4 2 0,2 2 71,-2-2 1,3 2 286,-3 3-267,4 4-24,-6-6 1,4 9-311,-7 3 0,7 3 86,-2 7 0,-2-1-68,2 1 1,-4 5-12,4-1 1,0 6-82,5-6 1,0 6 52,0-6 0,0 3 54,0-3 0,6-2-226,4 2 1,-2-2 63,2-3 1,-5 3-2,5 2 1,0-7 56,4 2 1,-4-7-46,0 3 1,0-7 103,4 2 0,-4-4-14,0-1 50,-7 0 30,10 0 0,-11-1 5,3-4-59,-4-3 0,-7-5-110,-4 3 0,2-2 116,-2 7 0,0-4-146,-4 4 1,-1-5-26,0 5 1,1 0-480,-1 5 213,7-6 0,-4 2 462,7-5 0,0 5 0,5-2 0</inkml:trace>
  <inkml:trace contextRef="#ctx0" brushRef="#br0" timeOffset="808">1088 2509 8387,'-1'-23'0,"-4"4"-81,3 2 0,-11 4 358,3 3-126,4-3 1,-7 12 445,3-4-408,3 3 0,-4 4 76,6 3 0,-2-2-219,2 7 1,4-5-66,-4 4 1,3-4-46,2 5 0,5-5 7,0 5 0,6-5 167,-1 5 1,3-2-89,2 1 1,0 5 68,-1-5 1,1 0-175,0 0 0,0 1 157,-1 5 1,1-5-88,0-1 1,-6 1-1,1 5 1,-5 0-19,5-1 1,-7 3 19,2 2 0,-5-2-113,-5 2 0,-3-2-11,-7-3 1,1 1 114,-1 0 1,0-6-14,1 1 4,-1-7 0,0 4 25,0-7 0,7-7 39,3-2 0,4-11 8,1-4 0,5-4-31,0-2 0,11-6 17,-1-3 0,7-3-17,-2-2 0,6 0 0,-1 0 1,-2 6-230,1 4 1,-6 4 71,2 6 1,-4 4-779,-1 10 545,-7-3 1,3 13-315,-6 0 692,0 7 0,-5 8 0,0-1 0</inkml:trace>
  <inkml:trace contextRef="#ctx0" brushRef="#br0" timeOffset="1033">1573 2259 8387,'0'-15'62,"0"1"1035,7-1-574,-6 7 1,8 1-149,-5 7 1,-2 7-138,3 3 1,-3 3 26,-2 1 0,0 8-188,0 2 1,0 4 54,0 1 1,0 1-425,0-1 0,0 2 239,0 3 1,0-3-884,0 4 0,-2-3 144,-3 3 1,-1-4-915,-4 3 1706,-3-3 0,-2-1 0,-8-1 0</inkml:trace>
  <inkml:trace contextRef="#ctx0" brushRef="#br0" timeOffset="1190">1338 2538 8233,'0'-36'-463,"5"5"916,0-3 0,6 10-58,-1 4 0,3 4 134,2 1 0,4 2-184,1 3 1,1 4-8,-1 6 1,-2 1-57,6 4 0,-1 8-343,2 7 0,2 6-300,-2-2 0,3 4-410,1 2 0,5 1 771,1 3 0,6-3 0,-4 5 0</inkml:trace>
  <inkml:trace contextRef="#ctx0" brushRef="#br0" timeOffset="1899">2014 2024 8254,'-1'-15'0,"-4"1"0,3-1-10,-3 0 1,3 5 116,2 1 1,0-1-28,0-5 0,5 5-12,0 0 1,7 2 114,-2-2 1,3-1-147,1 6 1,1 0 221,0 5-247,-1 0 1,1 0 86,0 0 1,-2 7-209,-3 3 1,1 3 92,-6 1 0,0 6 34,-5 0 1,-2 6-108,-3-2 0,2-1 133,-7 2 1,0-3-57,-4 3 0,4 1 34,0-6 0,5-1-15,-5-4 1,7-5 39,-2 0 280,4-7-211,1 10 0,6-11 11,4 2 1,8-7-38,2-2 0,6-5-14,-2 6 0,-3-6 81,-1 5 1,1 0-61,-1 5 1,-1 0 126,-4 0-120,0 0 1,-2 6-51,-3 4 0,-4 3 43,-6 2 0,-1 0-5,-4-1 0,-3 6-569,-7 0 0,0 1 226,0-2 1,1-2-562,-1 2 1,0 3 354,1-3 1,-1 1-829,0-5 1285,1-7 0,-1 5 0,0-5 0</inkml:trace>
  <inkml:trace contextRef="#ctx0" brushRef="#br0" timeOffset="2232">2485 1921 8276,'1'-23'0,"4"4"0,-3 2 738,3 3-132,3-1 225,-7 0-492,6 7 1,-9 3-191,-3 10 1,2 3 104,-7 7 0,2 4-74,-2 1 1,-1 6 12,6-1 1,-5-2-122,5 1 1,0-4-135,5 4 0,0-4 35,0 4 1,0-6-201,0 2 0,2-4 140,3-1 0,3 0-68,7-1 0,4-1 151,1-3 1,6-3-80,-1-7 0,1 0 69,-2 0 0,4-12 1,-3-2 1,-3-9-22,3 3 1,-7-6 15,2 1 1,-9-2-83,-1-3 1,-7 6 93,2-1 1,-3 1-221,-2-6 0,-7 3 115,-3 2 1,-3-1-430,-2 6 1,-4 2-288,-1 9 0,1 2 63,4 7 764,0 0 0,-6-6 0,-2-3 0</inkml:trace>
  <inkml:trace contextRef="#ctx0" brushRef="#br0" timeOffset="2666">2881 1686 8558,'-6'-15'-12,"3"5"222,-7 1 0,7 4 90,-2-5 0,3 5 233,2-5 1,0 5-112,0-5 1,2 6-108,3-6 0,3 0-15,6-5 0,3 1-182,2-1 0,4 0 127,7 0 0,-1 1-186,0-1 0,6 0-62,-1 1 0,0-1 142,-4 0 1,-1 5-88,1 1 0,-8 5 218,-2 0-110,-4 2 0,-6 4-19,0 2 1,-7 6 182,2 10 0,-5-2-138,-5 6 1,4 1-218,-4 4 1,1-1-230,-1-4 1,4 4 193,-4-3 1,3 7-167,2 3 0,0-6 69,0-4 1,0-1-580,0 5 1,0-1 289,0-3 1,2 1-1742,3-7 1459,-4 1 0,8-7 734,-4-3 0,3 3 0,6-5 0</inkml:trace>
  <inkml:trace contextRef="#ctx0" brushRef="#br0" timeOffset="3043">3513 1362 8397,'0'-24'-161,"0"-1"0,0 8 161,0-3 1784,0 4-1139,0 1 1,2 2-171,3 3 1,-2 4-409,7 6 1,-5 0 84,5 0 1,0-5-269,4 0 0,1 0 126,0 5 1,-1-5 14,1 0 1,5-2 47,-1 3 0,1 0-247,-5-5 0,-1 5-32,1-1 1,-2 2 61,-3-2 178,3 4 0,-7-4 11,4 10 0,-3 3 112,-7 6 0,-2 8-78,-3 2 0,-5 6 11,-9 4 1,-2 3-38,-4 7 1,-3 1 1,4-1 1,1 1 19,-2 4 1,3-3 40,-3 3 1,6-10 131,9-4 0,-2-4-82,7-2 28,0-6 1,14-8-94,5-10 0,9-5-210,12-5 1,4-10 136,10-10 1,3-2-379,7-3 1,6-1 174,4-3 1,-4 3-3230,-1-3 3404,-10 3 0,0 6 0,-10 1 0,-7-3 0,-4 0 0</inkml:trace>
  <inkml:trace contextRef="#ctx0" brushRef="#br0" timeOffset="3241">4498 1260 8317,'-14'-15'654,"4"0"-458,0 1 1,8 4 838,2 0 0,7 2-341,8-2 0,6-3-156,3 3 0,6-3-261,4-2 1,2 1-20,3-1 0,4 0-632,-4 1 0,3-6 348,2 0 1,5 1-1390,0 4 1,0 5 325,-5 0 1089,-6 1 0,-2-6 0,-7 0 0</inkml:trace>
  <inkml:trace contextRef="#ctx0" brushRef="#br0" timeOffset="3425">4719 848 8389,'-15'-2'539,"0"-3"1,6 4-38,-1-4 1,7 10-238,-2 5 1,3 9 652,2 6 1,0 3-294,0 1 1,0 7-112,0 3 0,7 5-188,2 5 1,1-3-588,5 3 1,-4 3-388,9 2 1,-4-3-662,-1-2 0,-2-4 1309,-3-1 0,9 7 0,-2 1 0</inkml:trace>
  <inkml:trace contextRef="#ctx0" brushRef="#br0" timeOffset="4343">5380 672 8457,'-8'-2'-1317,"3"-3"705,4 3 899,-6-4-151,5 6 71,-11 0-128,12 0 0,-7 0 139,3 0-1,3 0 8,-5 0-68,7 0 0,-1 0 44,-4 0 479,3 0-274,-4 0 446,6 0 244,0 0-930,0-7 0,1 4-162,4-7 1,3 1 24,7-6 1,2 0 105,2 0 0,6-1-247,9-3 0,-3 1 29,3-7 0,2 7 23,-2-2 0,1 4 83,-6 1 0,-6 2 188,-3 4 1,-4 2-40,-1 7 1,-7 8 226,-3 7 1,1 6-104,-1 9 1,0 1-144,-5 3 1,-5 2-59,0 3 1,0 2 95,5-7 0,0 2-328,0-2 0,0-3 107,0 4 0,5-4-459,0-2 0,2-4-42,-2-1 1,-2-1-264,7 1 0,-7-2-1337,2-8 1459,3 1 0,2-2-239,9-3 911,-2-3 0,10-14 0,-4-1 0</inkml:trace>
  <inkml:trace contextRef="#ctx0" brushRef="#br1" timeOffset="4734">6218 319 9667,'-6'-15'-370,"-3"0"716,-5 1 1,1 4 30,3 0 0,-3 7 189,3-2 0,-3 3-82,-2 2 1,2 7 67,3 3 0,-3 8-219,3 1 1,-3 7-88,-1-1 1,6 3 12,3 1 1,-2 2-193,2 3 0,0-1-337,5 6 1,0-4 220,0 4 1,2-2-487,3 3 0,3-5 228,7-5 1,1-2-185,4-4 0,-2 2 82,6-6 1,-4-5 237,4-6 1,1-5 47,4 0 1,1-4 141,-1-4 0,0-5-127,1-5 0,-6-1 54,1 0 1,-12 1 413,1-1 1,-9-5-130,0 1 0,-3-1-71,-2 5 1,-8 6-194,-7-1 1,-6 2-196,-9-2 0,-6 3-4,-3 7 1,-3 0-169,-2 0 0,0 2-14,0 3 1,4 3 118,1 7 0,6-1-198,-1 1 0,10 0 80,4 0 1,5 4-475,6 1 880,2-7 0,14 0 0,1-5 0</inkml:trace>
  <inkml:trace contextRef="#ctx0" brushRef="#br0" timeOffset="5243">6747 201 8582,'0'-14'49,"0"-1"0,-5 0 219,0 0 1,-6 6 16,1-1 0,2 7 227,-2-2 0,5-2 401,-4 2-482,-1 0 0,-5 5 236,0 0-473,1 7 1,-1 1 10,0 7 1,1-1-162,-1 1 1,5 0 121,0 0 0,7-1 28,-2 1 0,4 5-269,1-1 1,0 1 55,0-6 1,6 1-97,4 0 0,8 0 107,1-1 1,12 1-113,-1 0 0,7 3 23,-2-4 0,4 9-70,-5-8 0,0 3 65,-4-3 0,3 4 92,-4 1 1,-5 6-12,-14-2 0,-3-1-17,-7 2 0,-8-2-24,-7 1 1,-13 2 31,-11-6 0,-4 4-241,-1-4 1,-3-2 223,3-8 0,-2-4 229,12-6 1,1-1 31,9-4 0,3-10 0,7-11 8,5-7-86,9-4 1,8-14 0,8-3 105,4-3 52,3-2 0,11 0 1,2 2 439,1 3-643,3-3 0,4 11-91,0-3 0,0 12-274,0 7 0,-6 4-745,-4 12 0,-5-3 526,-4 12 1,-11 7-2444,-9 8 2936,4 9 0,-8 4 0,6 7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5:18.251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927 118 8228,'-21'-23'0,"5"2"-565,-4 6 0,-1 1 423,1-1 1,1 5 275,4 0 1,0 7-9,0-2 0,1 4 117,-1 1 0,0 6-47,1 4 1,-1 5-73,0 4 1,-4 9 247,-1 6-244,-6 14-29,10-3 1,-12 21 277,3 2 1,-2 14-460,-3 11 1,17-42 0,2 3 268,-1 6 0,-1 2 0,-1 4 0,-1 2-321,-2 5 1,-1 1 0,-2 5 0,0 1 253,0 3 1,0 0 0,-3 1-1,-1-1-311,0-2 0,-1-1 1,0 1-1,1 0 341,1 0 1,2 0-1,2 3 1,2 0-132,2-3 0,1 0 0,2-3 1,2-1-141,5-10 1,1-2-1,0 1 1,1 0 119,2 1 1,2-1 0,2 1 0,2 0 38,2-3 1,1-1 0,2-1 0,3-1-46,3-7 0,2-1 0,1 2 1,1 0-10,4 2 1,1-2 0,3-3-1,2-2 1,1-6 0,3-2 2,-1-3 1,1-3 0,29 31-267,6-8 1,1-7 155,9-3 1,11-11 16,-40-22 0,2-3 0,0-3 0,-1-3 78,3-4 1,0-1 0,-3-2 0,-1-2-11,2-2 0,-1-2 0,0 1 0,0-1 122,5-6 0,0-1 1,-3 1-1,-1 0-33,0-3 0,-1 0 1,38-14 269,-10 0 0,-11 6-3,-4 3 142,-3 4 0,-9 1-114,-3 0 1,-7 7 377,-7 3 1,-4 2-623,-17-2 1,4 3 279,-8-2-580,3 2 1,-5 0 841,-3-3-667,-3 4 134,-2-6-171,0 1-6,-7-2 1,4-2-296,-7 0 244,0 7-511,-4-10 0,-1 6 80,0-3 0,6-1-135,-1 6 1,5-2 13,-5 3 669,0 2 0,-4-11 0,-1 5 0</inkml:trace>
  <inkml:trace contextRef="#ctx0" brushRef="#br0" timeOffset="176">2206 3705 8800,'-8'-8'2551,"13"1"-2209,9 7 1,6 5-21,0 0 0,1 6 1,5-1 96,-2 3 0,-1 2-128,2 0 1,-4 1-202,-6 4-4,-1 2 0,-5 9 0,-4 4-83,-4 4 1,-9 10-630,-7 5 1,-12 3-1814,-13 2 2200,-2 0 1,-2-7-1,0-1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45:20.011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1660 4396 7944,'-6'-9'-920,"-3"-4"0,0 12 831,-1-4 102,7 3 1,-11-3 7,5 0-29,2 1 0,-1 4 15,3 0 18,3 0-17,-11 0 151,12 0-140,-6 0 200,1 0-102,4 0 18,-5 0-43,7 0 17,-6 0 849,4 0-630,-11 0 0,12-2 510,-4-3-191,-3 3 77,6-4-257,-11 6-277,11-7-149,-4-1 1,7-7 17,4 1 0,10-1-115,9 0 0,6-6 55,4-3 1,5 1-94,10-2 0,4 2 74,5-1 1,-4-2-36,0 6 1,-3 1 123,-2 4 1,-8 7 22,-17 3 1,-3 5 0,-8 6 424,-3 9-441,-3 6 0,-14 15 1,-3 3 282,-3 4 1,-6 3-92,-1 3-168,-6 3 0,8 0 0,-5-3 7,2-3 0,1-2-184,6 0 1,1-6-446,3-4 0,3-8 165,7-1-227,0-1 1,0-1-711,0-4-115,0-2 1012,0-9 0,2-1-750,3-7 1147,3 0 0,7 0 0,-1 0 0</inkml:trace>
  <inkml:trace contextRef="#ctx0" brushRef="#br0" timeOffset="542">2616 4102 8425,'0'-15'-668,"0"0"-83,0 1 0,0 4 1124,0 0-47,0 0 621,0-5-241,0 1-195,0-1-123,0 0-119,0 7-48,-7 2 0,4 6-103,-7 0 0,-2 6 132,-7 4 1,1 5-6,-7 4 0,1 6 318,-5 9-432,-1 4 0,6 6 1,-1 1 118,-1 4 0,5-1-171,1 6 0,5-7-219,6 2 1,2-3 308,7-2-292,13-7 1,-1-2 0,14-9-436,5-2 1,0-11 217,8 2 1,0-10 6,5 0 1,-4-3-62,-1-2 418,-7-7 0,8-6 0,-9-8-106,-4-2 0,-7 3 188,0-4 0,-4-1-116,-1-4 1,-7 4 115,-3 1-96,-4 6 0,-2-5 67,-4 3 1,-3 4-1,-9-3-229,-2 2 1,-6 7-31,-9 1 0,-4 5-566,-6-1 537,-6 4 0,4 1 0,-3 1-282,3 4 0,4-1-194,2 5 687,5 1 0,12 5 0,8 0 0,8-1 0</inkml:trace>
  <inkml:trace contextRef="#ctx0" brushRef="#br0" timeOffset="1025">3042 3984 8425,'5'-20'0,"1"-1"134,2-2 0,-4 5 402,1-1 198,3 9 558,-7-3-357,6 11-55,-7-4-926,0 6 1,0 6 35,0 4 0,-5 0-6,0 5 137,-6-4 1,7 15-1,-5-5-253,-3 2 1,-1 2 50,-2 4-124,7-6 1,-5 5 56,3-4 1,-1 4-47,1 1 1,-1-1 93,6-3 1,0 1-136,5-7 0,0 6 153,0-5 0,8-6 26,7-4 1,8-7 65,11 2 1,3-3 0,8-2-38,-1 0 0,1-7 123,4-3 1,-8 2-166,3-1 283,-9 5 1,-1-7-72,-10 6 1,1-2-1,-9 4 287,-3-2-209,-8 0 0,0 10-68,-10 0-106,-3 7 0,-13-4 15,-4 6 1,-9 6 0,-5 1-175,-4 2 100,-1-5 0,0 3 0,0-6-7,0 0 1,6-5-118,4-1 111,3-5 0,8 2 1,5-8-251,7-2 1,4-6 107,7-10-30,7-3 1,3-13 82,9-3 0,4-3-144,6-2 1,1 0 66,-1-1 1,6 3-136,-1 3 0,0 3-2,-4 6 1,-3 1 0,-2 1-679,-6 4 236,4 9 0,-6 4 770,2 6 0,-2 0 0,-3 5 0</inkml:trace>
  <inkml:trace contextRef="#ctx0" brushRef="#br0" timeOffset="1609">1866 4484 8240,'-43'-7'563,"4"-3"1,16 2-582,14-1 1,13 4 134,11-5 1,15 5-394,14-5 171,6 0 0,11-6 32,2-4 0,1 2 127,10-6 0,-3 4-430,13-4 0,-1-1 422,5-4 0,0 0-141,1-1 1,-22 2-1,-17 4 282,-20 4-185,-16 10 1,-17 4 13,-7 6 0,-13 2-2,-16 2 0,-11 5 56,-9 5 1,-11 8-67,-9 2 1,2 4 61,9 1 1,-2 6 52,6-1 1,0 5 145,5-5 1,9 2 218,6-1 1,8-4-129,11 3 0,6 2-198,9-2 1,16-4-60,14-6 1,14-6-219,10 2 1,9-11 81,10-4 1,8-5-1,12-6-274,10-9 231,-44 6 0,2-3 0,5-5 0,0-2 74,1 0 0,-1-1 0,-1-4 0,-2-1 31,-3-1 0,-2-2 0,-2-3 0,-1 0 51,2-1 0,-1 0 1,-4-2-1,-2-1 0,30-28 479,-14 1-345,-25 8 1,-18 10 0,-15 8 366,-3 0-453,-16 11 1,-10-7-227,-13 12 0,-7 0 1,-4 6-160,-7-1 0,6 7-425,-3 3 0,7 3-335,3 2 0,0 7 118,10 3 337,3 9 0,7 11 566,9 9 0,0 2 0,6 1 0,5 2 0,6 4 0</inkml:trace>
  <inkml:trace contextRef="#ctx0" brushRef="#br0" timeOffset="2267">2277 5219 8497,'-21'-7'-490,"5"-1"1121,-5 0 0,8 0-245,3 3 0,3 2 0,9-6-326,3 3 99,9-6 0,9 4-19,7-6 1,6-4 47,3 3 1,5-6-133,5 11 1,-3-5 25,3 10 1,1-5-209,-1 6 1,-6-1-36,-9 5 0,-9 6 81,-6 4 1,-9 5 106,-5 4 0,-5-1 8,-5 7 1,-8-1 13,-7 6 1,-6 4-1,2 0 5,-4-1 88,-1-9 1,6 3 0,3-6-75,4 2 1,3-5 114,3 1-236,3-2 0,14-4 74,3-4 14,9-2 1,4-7 0,7 0 101,-1 0 0,0 0-8,1 0 0,-1 0-53,1 0 0,-3 0 66,-2 0-119,-4 0 1,-6 6 0,-2 4 52,-3 3 1,1 4-78,-6 2 1,-7-1-7,-8 7 1,-4-1-249,-6 6 116,-3 6 1,-6-5 0,-2 3-421,-3-3 0,3-3 20,-4-4 1,6 2-1153,4-6 103,-2 0 1588,10-12 0,3 5 0,7-5 0</inkml:trace>
  <inkml:trace contextRef="#ctx0" brushRef="#br0" timeOffset="2818">3115 5204 8355,'5'-28'931,"0"4"0,0 3-316,-5 6-248,0 7 1,-2 1 761,-3 7-887,4 7 1,-12-2 0,3 8 71,-3 3 1,3 7-214,0-4 1,5 6 106,-4-5 1,5 6-143,-1-2-42,4 4 1,1 1 0,0 1-177,0-1 184,0 1 0,5-1-488,0 0 0,6-4 248,-1-1 1,3-11-142,2 2 0,-1-5 117,1 0 1,0-4 162,-1-6 1,1-6-4,0-4 1,-5-10 0,-1-4-130,3-4-51,-6-8 1,6 0-1,-7-5-47,-2 2 0,-1 7-35,-2-3 0,-2-1-120,-3 2 1,-3 5-874,-7 4 928,0 1 1,1 1 398,-1 3 0,0 5 0,1 6 0,6 2 0,1 7 0,7 7 0,0-4 0,0 7 0,2-2-36,3 2 1,-2 1 396,7-6 69,-1 0 0,6-5 394,0 0 0,1 0-73,4 0 1,3-2-260,6-3 1,2-3-60,3-7 0,-1 1-138,6-1 0,0-6 89,5-4 1,1 2-155,-1-1 1,-2 6 0,-1-2 134,-2 4 1,-8 6-122,-1 0 1,-12 7 149,-9-2-117,-5 10 0,2 0 1,-6 8-23,0 4 0,-1 5-49,-4-2 0,1 6-79,-5-1 1,0 2-369,0 3 214,-4-1 0,6 1 0,-3-1-164,5 0 0,-1-4-947,1-1 1,0-1 110,5 2-537,0-4 0,0-1 723,0-1 1,6-4-1,4-7 841,3-1 0,9 4 0,0-3 0</inkml:trace>
  <inkml:trace contextRef="#ctx0" brushRef="#br0" timeOffset="3152">4085 4837 8188,'0'-38'347,"5"2"470,0 7-480,7 6 1,-6-3 45,4 6 0,3 1 249,-3 4 0,-2 7-164,2 3 0,-5-2-76,5 2 0,-6 0-88,6 5 1,-5 0-207,5 0 0,-5 0 113,5 0 1,-2 2-171,2 3 0,1-2 44,-6 7 1,0 5-90,-5 4 0,0 7 1,0-1-48,0 3 0,-8 3 111,-7 3 0,0 4-6,-4 6 0,-3 0 54,3 0 97,-1-7 0,1 4 0,-1-6 41,2-3 0,3 4-55,6-2 0,-3-6-204,7-8 1,0-4 121,5-1-49,7-7 0,8-3 0,9-10-111,4-5 0,13-4-354,3-6 0,15-3-289,-1-6 0,16-1-820,-1 1 0,6-7 386,-1-3 1,-4 3 1127,-1 2 0,4-2 0,-9 1 0,-2 3 0,-4 1 0</inkml:trace>
  <inkml:trace contextRef="#ctx0" brushRef="#br0" timeOffset="3377">5320 4543 8248,'-6'-22'103,"4"6"0,-6-4 1,5 9 1085,-2 1-855,0 7 489,5-4 0,-2 14 1,-1 3 478,-2 3-956,-6 8 1,2 2-255,-5 6 1,-1 6-39,0-1 1,1 7 0,-1-2-414,0 3 1,-1 4 304,-4 3-297,4-3 0,-5 4 0,4-5-451,-2-1 0,1-2-1858,-7-3 2660,7-3 0,-16-6 0,3-1 0</inkml:trace>
  <inkml:trace contextRef="#ctx0" brushRef="#br0" timeOffset="3543">4717 4866 8248,'0'-44'267,"0"5"1,0 3 566,0 5-204,7 5 1,1 11-143,7 0 0,0 7-32,-1 3 1,6 5-206,-1 5 1,8 5-234,-3 9 1,9 4 99,1 7 1,7 4-233,-2 0 1,8 7-503,2-2 0,7-1 0,-4-1-1428,1-1 2044,-3-1 0,1-6 0,1 0 0</inkml:trace>
  <inkml:trace contextRef="#ctx0" brushRef="#br0" timeOffset="4029">5938 4307 8204,'-2'-9'571,"-3"-1"460,3 7-139,-11-10-242,12 11-353,-6-5 1,7 6 49,0-4 1,0 2-139,0-7 0,7 5-109,2-5 1,6 2 270,5-2-387,9-10 0,4 11 0,8-11-26,4 4 1,1 1 12,8 0 0,-5 6 107,5-1 0,-12 6 70,2 0 2,-9 8 1,-6 11-1,-11 11 93,-6 7 1,-8 5 171,-8 6 1,-5 5-339,-5 0 0,-6 5 223,0-5-345,-6 6 1,5-11-256,-3 0 1,2-1-748,8-9 0,1 5 557,3-4 0,3-1-357,7-5 0,2-6-70,3-3 917,3-4 0,20-1 0,3-1 0</inkml:trace>
  <inkml:trace contextRef="#ctx0" brushRef="#br0" timeOffset="4403">7290 4087 8319,'-15'-25'1220,"0"1"1,7 11-869,3-2 0,2 10-45,-2 0 1,2 5 368,-7 5-355,0 10 1,-9 8-1,-4 6 252,-5 1 0,2 10 185,-8 5-497,-4 2 0,7-1 0,-3 1 297,3 2-386,1 7 1,14-11 0,6 4 344,7-3-466,3-8 1,6 2 0,6-5-608,6-3 0,5-2-736,6-6 994,1-2 0,-1-8 1,0-1-216,1-3 0,-1-3-9,1-7 345,-8 0 1,5-7 0,-9-4-257,-5-7 508,1 1 0,-12-9 0,3 5-168,-4-2 169,-1-1 0,-3-1-210,-7 1 0,-1 6 1,-14-4-90,-1 1-42,-8 11 0,-4-9 0,-6 11-170,0-1 55,0 3 0,-5 6 0,0 0-195,2 0 1,8 2-519,4 2 585,11 5 508,3 5 0,19 1 0,4 0 0</inkml:trace>
  <inkml:trace contextRef="#ctx0" brushRef="#br0" timeOffset="4845">7731 3969 8331,'0'-29'489,"-7"6"1,1-3 0,-6 8 30,3 5 1,-6 5-83,-5 8 1,-6 0-129,2 0 0,-9 6 382,-1 4-449,-7 3 1,3 7 0,-4 1 466,3 2-575,3-5 1,13 10-1,5-6 393,6 1-635,-1 5 1,13-10 185,0 7 0,8-7-163,12 1 1,5-1 0,9 0 27,5 2-144,10-1 1,-2-4 66,7 0 1,-5 4 17,5 1 1,-13 4 0,-2-2 111,-6 0 1,-7 3 33,-6 4 0,-2 1 42,-14-1-68,-5 1 0,-9-1 164,-10 0 1,-4 1 0,-9-1-42,-1 1 1,-7-8 14,2-2-130,-3-4 1,2-3-137,1-3 1,8-3 34,2-7 1,3-2 105,11-3 0,-1-5 0,11-11-34,1-8 6,3-7 0,9-8-27,7 0 0,6-12 10,8-3 1,2-4 64,4-1 1,-3 3-1,7-2 62,2 2-92,2 3 1,-6 7 0,-2 7-594,-4 8 217,-2 5 1,-1 10-1,-2 4-831,-2 6 1,-4 8 527,4-2 1,-2 5 670,7 5 0,-3 3 0,10 6 0</inkml:trace>
  <inkml:trace contextRef="#ctx0" brushRef="#br0" timeOffset="5186">8819 4160 8262,'-30'0'-239,"2"0"-60,4 0 0,3 0 2273,6 0-909,7 0-650,8 0 1,14-6 0,13-4 27,5-3 0,12-3-190,10-4 0,5 2-185,5-6 0,1 4-553,4-4 461,3 6 0,-1-9 0,9 8-145,2 1 1,-7-3-763,-1 1 1,-14 2 419,-11 8 1,-16-3 510,-9 3 0,-6-3 0,-3-1 0</inkml:trace>
  <inkml:trace contextRef="#ctx0" brushRef="#br0" timeOffset="5378">9230 3572 8262,'-23'-14'684,"4"-1"197,2 0 0,9 14-268,3 6 0,4 13 433,1 6-681,0 10 1,0 2 0,0 5 153,0-2 1,0 5-365,0 5 0,5 5-204,-1-5 0,8 5-607,-2-5 399,3 7 0,3-9 0,2 7-1297,2 2 0,6-6 856,-2-1 698,-3-3 0,14-9 0,-4-1 0</inkml:trace>
  <inkml:trace contextRef="#ctx0" brushRef="#br0" timeOffset="6020">10553 3675 8127,'-11'-37'428,"-4"3"1,-3 7 76,3 3 0,7 4 349,3-4-593,4 6 1,1-3 0,1 6 119,4 0 1,5-1-166,9-4 0,4 4-177,7-4 1,1 9-205,3 1 200,-3 0 0,12 0-111,-4 1 0,2 5 43,-2 0 0,-3 4-98,-7 4 0,-4 6 67,-1 10 1,-12-2 65,-3 6 0,-7 2 0,-9 9 62,-7 4-72,-7 3 0,-9-2 62,1-1 0,-6-2 3,1 3 0,0-5 103,4-5 1,3-2-74,2-4 70,-3-3-58,19-6 1,-1-7-1,21-5 538,14-6-488,2 2 1,18-12 0,-5 4 174,3 1-268,4-5 1,-14 11 0,3-2 44,-5 2 0,0 2-51,-12 0 2,1 6 0,-10 3 0,-2 7 9,-1 4 1,-3-4-102,-4 4 1,-6 1-234,-4-2 0,-8 6 193,-1-6-438,-8 1 1,6-5 0,-5-1-320,2 1 0,6-2 22,-2-3 1,9 1-1487,1-6 2301,7 0 0,-4-18 0,7-3 0</inkml:trace>
  <inkml:trace contextRef="#ctx0" brushRef="#br0" timeOffset="6328">11332 3308 8284,'10'-30'392,"-2"3"495,-1 2 0,-1 6 270,-1 9-565,-3 3 1,3 9 261,-10 3-548,-4 3 1,-5 13 0,-3 4 107,-2 2 0,3 5-108,-4 2 1,4-2 0,1 8 0,2-6 75,3 5-356,3-6 1,7 8-1,0-5 269,0 1 0,9-3-40,5 6 0,8-9-1201,7-2 1,2-6 189,3-8 576,-3-7 0,10-2 0,-7-7-76,-1-4 0,-2-5 91,-1-10 1,-8-2 186,-2-8 0,-10-4 218,-5 0-307,-4-1 1,-1 6-1,0-2-54,0-3 0,-13 7-782,-6-2 1,-7 3 110,-4-4 1,-6 8-847,-3 2 1242,3 4 1,-5 3 0,7 1 395,1 2 0,9 7 0,3-3 0</inkml:trace>
  <inkml:trace contextRef="#ctx0" brushRef="#br0" timeOffset="6645">11714 3337 8363,'8'-21'485,"1"5"484,-5-4-524,5 4 1,12-1 0,5-1 444,7-1 1,4-6-333,7 6 0,7-6-183,3 6 0,1-7 59,-1 1-270,-3 4 0,-7-7 1,-2 5 162,-2 0 1,-1 2-116,-10 6 0,-3 2 0,-11 4 0,-5 2 417,0 7-334,-7 0 0,2 3 552,-10 7-660,3 0 1,-11 18 0,3-2 112,-3 6 1,-1 1 93,-1 6-274,0 1 0,6 7 1,0-1 74,3-4 1,-4-1-269,5 3 0,-5 0-352,5 0 1,1 0 147,4 0-509,0 0 1,0-1 0,0-2-303,0-2 1,1-8-434,4-2 1,-2-1 408,7-8 1,0-1 1111,5-4 0,6-7 0,2-1 0</inkml:trace>
  <inkml:trace contextRef="#ctx0" brushRef="#br0" timeOffset="7029">12964 3058 8239,'0'-42'0,"0"2"984,0 4 0,6 9 0,4 2 32,3 6 0,0 2-95,-3 3 1,3 4-389,-3 0 1,-2 7 229,2-2-677,0-3 0,4 6 0,1-3 86,0 3 0,-1 2-166,1 0 1,5 0 61,-1 0 0,2 0-201,-1 0 124,-4 0 0,6 5 0,-8 2-254,1 1 1,-2-3 90,-3 5 0,-4 0 176,-6 4 1,0 6 265,0-1-111,-13 8 1,-3 2-1,-15 9 278,-3-1 0,-4 10-112,-6-2 0,2 2 196,2-3 0,0 5 78,5 0-335,1 7 1,11-16 0,5 3 53,7-6 1,12-2-89,14-6 0,10-8 70,14-6 0,15-7 76,19-8-295,7-6 0,12-4 0,2-8-143,4-2 1,-44 7 0,0 0-480,0 1 1,0 0-1,1 1 1,1 0-41,5 2 0,0-1 1,0-1-1,-1 1-1613,-3-1 0,-1 2 2194,-5 2 0,-2 1 0,34-6 0,-10 8 0,-6 0 0,-5 3 0</inkml:trace>
  <inkml:trace contextRef="#ctx0" brushRef="#br0" timeOffset="8321">2865 339 7302,'-8'-7'-548,"-5"6"1,5-6 525,-7 7 0,6 0 164,-1 0 1,5 0 43,-5 0-159,7 0 0,-4-2 86,7-3-13,0 4 21,0-12-25,0 5 1,0-7 22,0 0 0,0 0-61,0 1 1,0-1 8,0 0 0,-6 1 4,-4-1 1,-5-1-20,-4-4 0,-6 4 16,-9-4 1,-7-1 3,-13 1 1,-1 1-2,-14 4 0,0 5-9,-4 0 1,-2 7-2,-4-2 1,3 4-217,-8 1 1,1 1 256,-5 4 1,4 0 170,1 10 0,8-4-121,2 9 0,-1 3-10,5 1 0,-9 4-19,-5 1 1,-2 6 5,2-1 0,4 5 52,11-5 1,1 14 104,3 1 0,2 1-65,-7 4-136,7 0 0,-8 10 0,6 1 29,2 2 1,10-3 22,8 4 1,1-2-89,9 7 0,-7-2 36,2 7 0,8-5-19,2-4 1,9-4 28,0-6 1,11 0-21,4 0 1,5 0-13,5-1 0,9 3 11,11 2 0,9-4 23,5 0 0,4-7-14,1-8 0,2 0-93,3 1 1,4-3 25,11-3 1,5 2-374,9-7 0,2 6 378,4-6 0,5 5-23,-5-5 0,2-1-28,-3-8 1,7 1 9,-39-16 1,1-1 0,1 1-1,0 0 56,-1-2 0,-1-1 1,0-2-1,-2-1-61,39 6 1,8-7 74,-44 0 0,-1-1 1,2-1-1,-1 0-3,0-1 0,-1 0 1,47-7 37,-20-2 1,14-9-54,1-2 1,-42 7 0,1-2-9,-1 1 1,0-1 0,-1 0 0,-2-1 24,36-23 1,2-1-7,-2-4 0,-39 22 0,1 0-11,1 0 1,-1 0-1,0-2 1,0-1 33,37-24 1,-10 0 164,-9 5 1,-5-7-210,-5-2 0,-4-5-3,-5 0 1,-1-8 10,0-2 0,-7-3-271,-2 3 1,-16-4 248,-4 3 0,-10-9-113,0-5 1,-12-10-83,-8-5 0,-7 3 25,-13 2 1,14 47 0,-3 2 194,-4 0 1,-3 0 0,-4-2 0,-2 0 4,-4 2 0,-1 0 0,1 1 0,-2 3 111,0 4 1,-2 3-1,-5 2 1,-3 3-71,-9 2 1,-3 3 0,1 3 0,-1 3 49,-8 1 0,-1 2 1,-2 5-1,0 2-378,-4 4 0,-2 1 0,-2 2 0,-2 2 284,-4 1 0,-1 4 1,1 2-1,0 5-780,-3 3 0,0 5 0,4 1 0,0 3 502,1-1 0,0 4 1,-1 4-1,1 4 243,3 1 0,-1 2 0,-4 1 0,0 2 0,30-13 0,-1 1 0,1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8:39:08.228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0 334 7836,'13'-25'0,"0"6"-275,4 3 1,-4 6-301,4 2 1,1 5 512,-2-1 1,6 4-55,-1 4 1,-2-1 155,1 5 0,-1-4-97,2 4 1,2-1 56,-2 1 0,2 2 0,2-6 0,0 0 0,-1-4 0,1 4 0,0 0 0,-1 1 0,1-5 0,0 0 0,-1 0 0,1 0 0,0 0 0,-1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9:07:08.4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 53 8049,'-14'-21'-788,"5"10"241,5-4 31,2 10 516,2 5 0,13 8 0,3 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8:52:21.854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50 112 8431,'-11'-25'0,"4"5"-372,-5-1 0,1 6-81,7-2 214,0 9-13,4 3-65,0 5 0,0 1 252,0 3 0,1-1 65,3 5 0,-2 0 0,3 5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9:00:37.08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29 280 7973,'-14'0'-813,"6"0"662,1 0 1,7-1-22,0-4-149,0 3 212,0-5-30,7 7 60,1 0 0,2 0 79,-1 0 0,1 0 0,5 0 0,0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9:03:12.3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8422,'15'0'0,"-1"0"0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8:15:41.674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679 149 26230,'0'-13'-4916,"0"1"1,0 0 2539,0-1 0,0 5 1048,0 0 537,0 0 567,0-5 1,0 5-62,0 0 86,-5 0-1640,3 1 1911,-9-4 1,4 8 493,-5-5 0,-6 5 275,-2-1 1,-6 3 202,-7 1 0,-1 0 34,-12 0 1,1 4 86,-4 0 1,-1 4 36,1-4 0,5 2 78,3-2 1,4 1-100,4 4 1,3 2-400,5-3 1,6 3-610,3 1 1,8 2-817,3 2 0,0-1-139,1 6 1,0-5-249,4 5 1,0-5-138,0 5 0,5-1-219,3 5 1,5-4 227,3-1 1,5-3 362,8 3 0,8-1 139,8 2 0,14 1 898,7-6 0,9 6-5,3-1 1,6 8 0,-4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8:15:46.733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5120 456 26135,'0'-9'-4916,"0"1"1,-4 4 2751,0-4 0,-1 4 1639,5-5-538,0 7 183,0-9 613,0 4 0,0-1 3952,0-1-5776,0 7 2099,0-9-207,0 9 254,0-3 0,-11-1 0,-2 0 0</inkml:trace>
  <inkml:trace contextRef="#ctx0" brushRef="#br0" timeOffset="1726">5971 789 27449,'8'-17'-3186,"0"1"0,1 1 2132,3 6 0,0-1 974,1 1 0,-1 4 663,0 1 0,1 2-424,-1 2 0,0 2-294,1 2 1,-1 3 0,0 5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8:15:51.507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149 284 26669,'-17'21'-1714,"1"-1"0,1 2-582,1 2 1,2 0 1752,-1 1 1,1 0 216,0-1 1,1 1-411,3 0 1,-2-2 520,6-3 1,0 4 0,4-5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8:31:10.20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5267 2924 7730,'-12'0'169,"-1"-4"78,1 0 0,-2-4-231,-2 4 1,6-2 148,-2 2-701,8 3 1,0-5 535,8 6 0,8 0 0,7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8:33:08.32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 1 7806,'0'6'-162,"-5"0"0,-2-6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8:33:33.84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148 2085 7277,'0'-7'-602,"0"-4"0,0 9 692,0-6-33,0 5 0,4-8-92,0 3 59,1 2 0,-5-5-112,0 3 1,4 1 63,0-1 1,0 4 33,-4-4 1,0 3-81,0-3 70,5 0 0,-3-4 0,3-1-31,-5 1 0,0 4 222,0 0-104,-5 5 1,3-4 26,-2 3 17,-3 2-124,1-3 1,-3 5-9,1 0-3,5 0 0,-3 0-33,1 0 7,4 0 38,-4 0 1,0 1-155,1 3 99,0-2 19,4 9 1,-4-8 12,0 5 7,0-6 0,4 5 68,0-3 9,0-2 44,0 3 1,0-3 23,0 2-51,-6-3-52,5 5 15,-4-6-32,5 0-13,0 0-45,0-6 35,0 5 16,0-5 10,0 1 0,-2 3-6,-2-2 1,3 2 23,-3-3-36,2 4 0,1-8 1,-3 4 1,2 1 1,-3 3 16,5-3 28,-6 2-35,5-9 0,-6 10 0,3-3 0,3 1-9,-3-1 0,1 3 7,-1-3-11,2-3-2,-3 5 0,3-7-24,-2 5-12,3 0-188,-4 4 1,3-5-101,-2 1-5,3 0 330,-5 4 0,6 0 0,0 0 0</inkml:trace>
  <inkml:trace contextRef="#ctx0" brushRef="#br0" timeOffset="1882">210 1 7727,'0'7'0,"5"4"0,2-5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8:33:55.80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50 7872,'0'-19'0,"1"2"-284,3 9 0,-1 3 284,5 5 0,11 5 0,7 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2T08:34:38.070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13 99 7981,'0'-19'62,"-4"1"47,0 6 1,0-1-96,4 1 145,0 0-199,0 5 0,10 1-742,2 6 782,8 0 0,5 0 0,7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8:17:20.16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25 99 8112,'5'-13'0,"-3"1"0,3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8:39:53.83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1468 2196 8523,'-25'-21'-942,"1"1"0,4 1 942,4-2 0,-2 3-351,2 6 541,-1 0 0,5 3-108,0 1-82,-1 5 1,1-2 2,0 5 1,3 1-101,1 3 0,5-1 90,-1 5 1,3-4-232,1 5 238,0-7 0,1 8-71,3-6 0,-1 0 18,5-4 1,1 0 0,3 0 1,-4 0-11,0 0 6,1 0-23,3 0 79,0 0 0,-4 0 10,1 0-10,-7 0 0,5 0 20,-3 0-10,-2 0 7,3 0-40,-5 0 2,-5 0 21,-2 0 0,-5 0 0,-1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9:05:57.99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0 128 8455,'6'-37'0,"-4"3"-491,7 5-181,-7 6 0,5 19 337,-3 8 0,-2 4 335,2 13 0,-8-1 0,-3 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1T07:47:42.59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0 112 8097,'0'-13'0,"0"1"-571,0 0 0,0-1 204,0 1 1,11 1 246,6 3 0,10-2-48,6 6 168,8 0 0,3-1 0,5-2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1T07:50:42.24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50 8226,'57'-13'-135,"-1"1"1,-1 1-580,-3 3 0,10 2 557,4 6 0,6 0 208,6 0 0,-1 0-307,5 0 0,-3 2 305,3 2-314,-11-3 1,13 5-1,-9-6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0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0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2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4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6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6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8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8"/>
          <p:cNvSpPr txBox="1">
            <a:spLocks noGrp="1"/>
          </p:cNvSpPr>
          <p:nvPr>
            <p:ph type="body" idx="1"/>
          </p:nvPr>
        </p:nvSpPr>
        <p:spPr>
          <a:xfrm rot="5400000">
            <a:off x="3727452" y="-1922463"/>
            <a:ext cx="5237162" cy="113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8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8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58" descr="http://www.northsouth.edu/newassets/images/nsu-photo/logo-4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" y="0"/>
            <a:ext cx="495300" cy="396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58"/>
          <p:cNvCxnSpPr/>
          <p:nvPr/>
        </p:nvCxnSpPr>
        <p:spPr>
          <a:xfrm rot="10800000" flipH="1">
            <a:off x="792958" y="54768"/>
            <a:ext cx="11001375" cy="4603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9" Type="http://schemas.openxmlformats.org/officeDocument/2006/relationships/customXml" Target="../ink/ink7.xml"/><Relationship Id="rId3" Type="http://schemas.openxmlformats.org/officeDocument/2006/relationships/customXml" Target="../ink/ink6.xml"/><Relationship Id="rId68" Type="http://schemas.openxmlformats.org/officeDocument/2006/relationships/image" Target="../media/image54.png"/><Relationship Id="rId38" Type="http://schemas.openxmlformats.org/officeDocument/2006/relationships/image" Target="../media/image39.png"/><Relationship Id="rId67" Type="http://schemas.openxmlformats.org/officeDocument/2006/relationships/customXml" Target="../ink/ink8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6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4.png"/><Relationship Id="rId18" Type="http://schemas.openxmlformats.org/officeDocument/2006/relationships/customXml" Target="../ink/ink18.xml"/><Relationship Id="rId26" Type="http://schemas.openxmlformats.org/officeDocument/2006/relationships/customXml" Target="../ink/ink22.xml"/><Relationship Id="rId39" Type="http://schemas.openxmlformats.org/officeDocument/2006/relationships/image" Target="../media/image227.png"/><Relationship Id="rId21" Type="http://schemas.openxmlformats.org/officeDocument/2006/relationships/image" Target="../media/image218.png"/><Relationship Id="rId34" Type="http://schemas.openxmlformats.org/officeDocument/2006/relationships/customXml" Target="../ink/ink26.xml"/><Relationship Id="rId42" Type="http://schemas.openxmlformats.org/officeDocument/2006/relationships/customXml" Target="../ink/ink30.xml"/><Relationship Id="rId47" Type="http://schemas.openxmlformats.org/officeDocument/2006/relationships/image" Target="../media/image231.png"/><Relationship Id="rId50" Type="http://schemas.openxmlformats.org/officeDocument/2006/relationships/customXml" Target="../ink/ink34.xml"/><Relationship Id="rId7" Type="http://schemas.openxmlformats.org/officeDocument/2006/relationships/image" Target="../media/image211.png"/><Relationship Id="rId2" Type="http://schemas.openxmlformats.org/officeDocument/2006/relationships/customXml" Target="../ink/ink10.xml"/><Relationship Id="rId16" Type="http://schemas.openxmlformats.org/officeDocument/2006/relationships/customXml" Target="../ink/ink17.xml"/><Relationship Id="rId29" Type="http://schemas.openxmlformats.org/officeDocument/2006/relationships/image" Target="../media/image222.png"/><Relationship Id="rId11" Type="http://schemas.openxmlformats.org/officeDocument/2006/relationships/image" Target="../media/image213.png"/><Relationship Id="rId24" Type="http://schemas.openxmlformats.org/officeDocument/2006/relationships/customXml" Target="../ink/ink21.xml"/><Relationship Id="rId32" Type="http://schemas.openxmlformats.org/officeDocument/2006/relationships/customXml" Target="../ink/ink25.xml"/><Relationship Id="rId37" Type="http://schemas.openxmlformats.org/officeDocument/2006/relationships/image" Target="../media/image226.png"/><Relationship Id="rId40" Type="http://schemas.openxmlformats.org/officeDocument/2006/relationships/customXml" Target="../ink/ink29.xml"/><Relationship Id="rId45" Type="http://schemas.openxmlformats.org/officeDocument/2006/relationships/image" Target="../media/image230.png"/><Relationship Id="rId53" Type="http://schemas.openxmlformats.org/officeDocument/2006/relationships/image" Target="../media/image234.png"/><Relationship Id="rId5" Type="http://schemas.openxmlformats.org/officeDocument/2006/relationships/image" Target="../media/image210.png"/><Relationship Id="rId10" Type="http://schemas.openxmlformats.org/officeDocument/2006/relationships/customXml" Target="../ink/ink14.xml"/><Relationship Id="rId19" Type="http://schemas.openxmlformats.org/officeDocument/2006/relationships/image" Target="../media/image217.png"/><Relationship Id="rId31" Type="http://schemas.openxmlformats.org/officeDocument/2006/relationships/image" Target="../media/image223.png"/><Relationship Id="rId44" Type="http://schemas.openxmlformats.org/officeDocument/2006/relationships/customXml" Target="../ink/ink31.xml"/><Relationship Id="rId52" Type="http://schemas.openxmlformats.org/officeDocument/2006/relationships/customXml" Target="../ink/ink35.xml"/><Relationship Id="rId4" Type="http://schemas.openxmlformats.org/officeDocument/2006/relationships/customXml" Target="../ink/ink11.xml"/><Relationship Id="rId9" Type="http://schemas.openxmlformats.org/officeDocument/2006/relationships/image" Target="../media/image212.png"/><Relationship Id="rId14" Type="http://schemas.openxmlformats.org/officeDocument/2006/relationships/customXml" Target="../ink/ink16.xml"/><Relationship Id="rId22" Type="http://schemas.openxmlformats.org/officeDocument/2006/relationships/customXml" Target="../ink/ink20.xml"/><Relationship Id="rId27" Type="http://schemas.openxmlformats.org/officeDocument/2006/relationships/image" Target="../media/image221.png"/><Relationship Id="rId30" Type="http://schemas.openxmlformats.org/officeDocument/2006/relationships/customXml" Target="../ink/ink24.xml"/><Relationship Id="rId35" Type="http://schemas.openxmlformats.org/officeDocument/2006/relationships/image" Target="../media/image225.png"/><Relationship Id="rId43" Type="http://schemas.openxmlformats.org/officeDocument/2006/relationships/image" Target="../media/image229.png"/><Relationship Id="rId48" Type="http://schemas.openxmlformats.org/officeDocument/2006/relationships/customXml" Target="../ink/ink33.xml"/><Relationship Id="rId8" Type="http://schemas.openxmlformats.org/officeDocument/2006/relationships/customXml" Target="../ink/ink13.xml"/><Relationship Id="rId51" Type="http://schemas.openxmlformats.org/officeDocument/2006/relationships/image" Target="../media/image233.png"/><Relationship Id="rId3" Type="http://schemas.openxmlformats.org/officeDocument/2006/relationships/image" Target="../media/image209.png"/><Relationship Id="rId12" Type="http://schemas.openxmlformats.org/officeDocument/2006/relationships/customXml" Target="../ink/ink15.xml"/><Relationship Id="rId17" Type="http://schemas.openxmlformats.org/officeDocument/2006/relationships/image" Target="../media/image216.png"/><Relationship Id="rId25" Type="http://schemas.openxmlformats.org/officeDocument/2006/relationships/image" Target="../media/image220.png"/><Relationship Id="rId33" Type="http://schemas.openxmlformats.org/officeDocument/2006/relationships/image" Target="../media/image224.png"/><Relationship Id="rId38" Type="http://schemas.openxmlformats.org/officeDocument/2006/relationships/customXml" Target="../ink/ink28.xml"/><Relationship Id="rId46" Type="http://schemas.openxmlformats.org/officeDocument/2006/relationships/customXml" Target="../ink/ink32.xml"/><Relationship Id="rId20" Type="http://schemas.openxmlformats.org/officeDocument/2006/relationships/customXml" Target="../ink/ink19.xml"/><Relationship Id="rId41" Type="http://schemas.openxmlformats.org/officeDocument/2006/relationships/image" Target="../media/image2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5" Type="http://schemas.openxmlformats.org/officeDocument/2006/relationships/image" Target="../media/image215.png"/><Relationship Id="rId23" Type="http://schemas.openxmlformats.org/officeDocument/2006/relationships/image" Target="../media/image219.png"/><Relationship Id="rId28" Type="http://schemas.openxmlformats.org/officeDocument/2006/relationships/customXml" Target="../ink/ink23.xml"/><Relationship Id="rId36" Type="http://schemas.openxmlformats.org/officeDocument/2006/relationships/customXml" Target="../ink/ink27.xml"/><Relationship Id="rId49" Type="http://schemas.openxmlformats.org/officeDocument/2006/relationships/image" Target="../media/image2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72" Type="http://schemas.openxmlformats.org/officeDocument/2006/relationships/image" Target="../media/image436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3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9" Type="http://schemas.openxmlformats.org/officeDocument/2006/relationships/customXml" Target="../ink/ink40.xml"/><Relationship Id="rId3" Type="http://schemas.openxmlformats.org/officeDocument/2006/relationships/customXml" Target="../ink/ink38.xml"/><Relationship Id="rId7" Type="http://schemas.openxmlformats.org/officeDocument/2006/relationships/customXml" Target="../ink/ink39.xml"/><Relationship Id="rId38" Type="http://schemas.openxmlformats.org/officeDocument/2006/relationships/image" Target="../media/image34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100" Type="http://schemas.openxmlformats.org/officeDocument/2006/relationships/image" Target="../media/image37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png"/><Relationship Id="rId3" Type="http://schemas.openxmlformats.org/officeDocument/2006/relationships/customXml" Target="../ink/ink41.xml"/><Relationship Id="rId7" Type="http://schemas.openxmlformats.org/officeDocument/2006/relationships/customXml" Target="../ink/ink4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8.png"/><Relationship Id="rId5" Type="http://schemas.openxmlformats.org/officeDocument/2006/relationships/customXml" Target="../ink/ink42.xml"/><Relationship Id="rId4" Type="http://schemas.openxmlformats.org/officeDocument/2006/relationships/image" Target="../media/image39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customXml" Target="../ink/ink49.xml"/><Relationship Id="rId3" Type="http://schemas.openxmlformats.org/officeDocument/2006/relationships/customXml" Target="../ink/ink44.xml"/><Relationship Id="rId7" Type="http://schemas.openxmlformats.org/officeDocument/2006/relationships/customXml" Target="../ink/ink46.xml"/><Relationship Id="rId12" Type="http://schemas.openxmlformats.org/officeDocument/2006/relationships/image" Target="../media/image45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9.png"/><Relationship Id="rId11" Type="http://schemas.openxmlformats.org/officeDocument/2006/relationships/customXml" Target="../ink/ink48.xml"/><Relationship Id="rId5" Type="http://schemas.openxmlformats.org/officeDocument/2006/relationships/customXml" Target="../ink/ink45.xml"/><Relationship Id="rId10" Type="http://schemas.openxmlformats.org/officeDocument/2006/relationships/image" Target="../media/image451.png"/><Relationship Id="rId4" Type="http://schemas.openxmlformats.org/officeDocument/2006/relationships/image" Target="../media/image448.png"/><Relationship Id="rId9" Type="http://schemas.openxmlformats.org/officeDocument/2006/relationships/customXml" Target="../ink/ink47.xml"/><Relationship Id="rId14" Type="http://schemas.openxmlformats.org/officeDocument/2006/relationships/image" Target="../media/image45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51.xml"/><Relationship Id="rId10" Type="http://schemas.openxmlformats.org/officeDocument/2006/relationships/image" Target="../media/image535.png"/><Relationship Id="rId4" Type="http://schemas.openxmlformats.org/officeDocument/2006/relationships/image" Target="../media/image5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ustomXml" Target="../ink/ink52.xml"/><Relationship Id="rId41" Type="http://schemas.openxmlformats.org/officeDocument/2006/relationships/image" Target="../media/image6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290851" y="2245809"/>
            <a:ext cx="9382835" cy="156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4800"/>
              <a:t>CSE 495B (Natural Language Processing)</a:t>
            </a:r>
            <a:br>
              <a:rPr lang="en-US" sz="4800"/>
            </a:br>
            <a:r>
              <a:rPr lang="en-US" sz="4800"/>
              <a:t>Lecture 9</a:t>
            </a:r>
            <a:endParaRPr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3947050"/>
            <a:ext cx="9144000" cy="572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None/>
            </a:pPr>
            <a:r>
              <a:rPr lang="en-US" sz="2000"/>
              <a:t>Transformer Encoders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0" y="1"/>
            <a:ext cx="5920619" cy="2130951"/>
          </a:xfrm>
          <a:custGeom>
            <a:avLst/>
            <a:gdLst/>
            <a:ahLst/>
            <a:cxnLst/>
            <a:rect l="l" t="t" r="r" b="b"/>
            <a:pathLst>
              <a:path w="5920619" h="2130951" extrusionOk="0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5097839" y="0"/>
            <a:ext cx="7094160" cy="2130952"/>
          </a:xfrm>
          <a:custGeom>
            <a:avLst/>
            <a:gdLst/>
            <a:ahLst/>
            <a:cxnLst/>
            <a:rect l="l" t="t" r="r" b="b"/>
            <a:pathLst>
              <a:path w="7094160" h="2130952" extrusionOk="0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 flipH="1">
            <a:off x="6149721" y="4682920"/>
            <a:ext cx="4522796" cy="2175080"/>
          </a:xfrm>
          <a:custGeom>
            <a:avLst/>
            <a:gdLst/>
            <a:ahLst/>
            <a:cxnLst/>
            <a:rect l="l" t="t" r="r" b="b"/>
            <a:pathLst>
              <a:path w="4522796" h="2175080" extrusionOk="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266810" y="4682920"/>
            <a:ext cx="5925190" cy="2175080"/>
          </a:xfrm>
          <a:custGeom>
            <a:avLst/>
            <a:gdLst/>
            <a:ahLst/>
            <a:cxnLst/>
            <a:rect l="l" t="t" r="r" b="b"/>
            <a:pathLst>
              <a:path w="5925190" h="2175080" extrusionOk="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0" y="4682920"/>
            <a:ext cx="7114535" cy="2175080"/>
          </a:xfrm>
          <a:custGeom>
            <a:avLst/>
            <a:gdLst/>
            <a:ahLst/>
            <a:cxnLst/>
            <a:rect l="l" t="t" r="r" b="b"/>
            <a:pathLst>
              <a:path w="7114535" h="2175080" extrusionOk="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FAD6-E1B0-4254-B56A-556F60B7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Encoder-Decoder Transformer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5A7F5-0A8D-4961-8E77-83FC8AC2A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111" y="1329508"/>
            <a:ext cx="8401778" cy="41989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8B99F1E-8229-67C2-3C0C-68BC7B130445}"/>
                  </a:ext>
                </a:extLst>
              </p14:cNvPr>
              <p14:cNvContentPartPr/>
              <p14:nvPr/>
            </p14:nvContentPartPr>
            <p14:xfrm>
              <a:off x="2512777" y="-1126581"/>
              <a:ext cx="79920" cy="403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8B99F1E-8229-67C2-3C0C-68BC7B1304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01928" y="-1137381"/>
                <a:ext cx="101256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382E44E-E6E0-5E33-6517-F542E0A0B552}"/>
                  </a:ext>
                </a:extLst>
              </p14:cNvPr>
              <p14:cNvContentPartPr/>
              <p14:nvPr/>
            </p14:nvContentPartPr>
            <p14:xfrm>
              <a:off x="4457137" y="5888019"/>
              <a:ext cx="89280" cy="180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382E44E-E6E0-5E33-6517-F542E0A0B5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46337" y="5877431"/>
                <a:ext cx="110520" cy="38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0DCE5AA-08BB-E8A2-6790-035C1806070F}"/>
                  </a:ext>
                </a:extLst>
              </p14:cNvPr>
              <p14:cNvContentPartPr/>
              <p14:nvPr/>
            </p14:nvContentPartPr>
            <p14:xfrm>
              <a:off x="7676617" y="5936979"/>
              <a:ext cx="13680" cy="403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0DCE5AA-08BB-E8A2-6790-035C180607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65817" y="5926179"/>
                <a:ext cx="349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23B84494-F611-20A8-90C9-6E518BCD5B58}"/>
                  </a:ext>
                </a:extLst>
              </p14:cNvPr>
              <p14:cNvContentPartPr/>
              <p14:nvPr/>
            </p14:nvContentPartPr>
            <p14:xfrm>
              <a:off x="2725177" y="1807419"/>
              <a:ext cx="22680" cy="36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23B84494-F611-20A8-90C9-6E518BCD5B5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0777" y="1793019"/>
                <a:ext cx="511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89CDE8F4-843A-B22F-727C-C7EB43751E3B}"/>
                  </a:ext>
                </a:extLst>
              </p14:cNvPr>
              <p14:cNvContentPartPr/>
              <p14:nvPr/>
            </p14:nvContentPartPr>
            <p14:xfrm>
              <a:off x="3378937" y="5323899"/>
              <a:ext cx="62640" cy="2268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89CDE8F4-843A-B22F-727C-C7EB43751E3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68137" y="5313099"/>
                <a:ext cx="83880" cy="4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4496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6268-373D-48AB-90D2-DCF4DDB09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BERT 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D28CD-69C0-4AC8-AFDC-D330DA9CB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Pre-train BERT (or similar encoder only language model) on a large dataset</a:t>
            </a:r>
          </a:p>
          <a:p>
            <a:r>
              <a:rPr lang="en-US"/>
              <a:t>Fine tune for the specific task using small dataset </a:t>
            </a:r>
          </a:p>
          <a:p>
            <a:r>
              <a:rPr lang="en-US"/>
              <a:t>After fine tuning BERT can handle other downstream tasks</a:t>
            </a:r>
          </a:p>
          <a:p>
            <a:pPr lvl="1"/>
            <a:r>
              <a:rPr lang="en-US"/>
              <a:t>Sentiment analysis</a:t>
            </a:r>
          </a:p>
          <a:p>
            <a:pPr lvl="1"/>
            <a:r>
              <a:rPr lang="en-US"/>
              <a:t>Document classification</a:t>
            </a:r>
          </a:p>
          <a:p>
            <a:pPr lvl="1"/>
            <a:r>
              <a:rPr lang="en-US"/>
              <a:t>Text classification, etc.</a:t>
            </a:r>
          </a:p>
          <a:p>
            <a:pPr lvl="1"/>
            <a:r>
              <a:rPr lang="en-US"/>
              <a:t>Domain specific </a:t>
            </a:r>
            <a:r>
              <a:rPr lang="en-US" err="1"/>
              <a:t>embeddings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63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4123E-2A4E-494C-8209-4DDA0664D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Original BERT </a:t>
            </a:r>
            <a:r>
              <a:rPr lang="en-US" err="1"/>
              <a:t>hyperparameters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6A960-6920-4B96-B86C-8528B8801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BERT is based on the transformer Encoders</a:t>
            </a:r>
          </a:p>
          <a:p>
            <a:r>
              <a:rPr lang="en-US"/>
              <a:t>There are two versions of the original BERT</a:t>
            </a:r>
          </a:p>
          <a:p>
            <a:pPr lvl="1"/>
            <a:r>
              <a:rPr lang="pt-BR" b="0" i="0">
                <a:effectLst/>
                <a:latin typeface="Arial" panose="020B0604020202020204" pitchFamily="34" charset="0"/>
              </a:rPr>
              <a:t>BERT-BASE</a:t>
            </a:r>
          </a:p>
          <a:p>
            <a:pPr lvl="2"/>
            <a:r>
              <a:rPr lang="pt-BR" b="0" i="0">
                <a:effectLst/>
                <a:latin typeface="Arial" panose="020B0604020202020204" pitchFamily="34" charset="0"/>
              </a:rPr>
              <a:t>N=12, d=768,h=12, #parameters=110M </a:t>
            </a:r>
          </a:p>
          <a:p>
            <a:pPr lvl="2"/>
            <a:r>
              <a:rPr lang="pt-BR">
                <a:latin typeface="Arial" panose="020B0604020202020204" pitchFamily="34" charset="0"/>
              </a:rPr>
              <a:t>Twelve layers, twelve heads, embedding size 768</a:t>
            </a:r>
            <a:endParaRPr lang="pt-BR" b="0" i="0">
              <a:effectLst/>
              <a:latin typeface="Arial" panose="020B0604020202020204" pitchFamily="34" charset="0"/>
            </a:endParaRPr>
          </a:p>
          <a:p>
            <a:pPr lvl="1"/>
            <a:r>
              <a:rPr lang="pt-BR" b="0" i="0">
                <a:effectLst/>
                <a:latin typeface="Arial" panose="020B0604020202020204" pitchFamily="34" charset="0"/>
              </a:rPr>
              <a:t>BERT-LARGE</a:t>
            </a:r>
          </a:p>
          <a:p>
            <a:pPr lvl="2"/>
            <a:r>
              <a:rPr lang="pt-BR" b="0" i="0">
                <a:effectLst/>
                <a:latin typeface="Arial" panose="020B0604020202020204" pitchFamily="34" charset="0"/>
              </a:rPr>
              <a:t>N=24, d=1024,h=16, #parameters=340M</a:t>
            </a:r>
          </a:p>
          <a:p>
            <a:pPr lvl="2"/>
            <a:r>
              <a:rPr lang="pt-BR">
                <a:latin typeface="Arial" panose="020B0604020202020204" pitchFamily="34" charset="0"/>
              </a:rPr>
              <a:t>Twenty four layers, sixteen heads, embedding size 1024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7E51F-2FED-443D-8B80-6C5359C4E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285" y="1640219"/>
            <a:ext cx="2457663" cy="35817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246EB62-C281-5A2A-6DF9-585AEA310A36}"/>
                  </a:ext>
                </a:extLst>
              </p14:cNvPr>
              <p14:cNvContentPartPr/>
              <p14:nvPr/>
            </p14:nvContentPartPr>
            <p14:xfrm>
              <a:off x="2635213" y="2794963"/>
              <a:ext cx="90000" cy="1378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246EB62-C281-5A2A-6DF9-585AEA310A3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620870" y="2780563"/>
                <a:ext cx="118327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CDFF581-BF8F-AD63-4DD4-7EAFCD259111}"/>
                  </a:ext>
                </a:extLst>
              </p14:cNvPr>
              <p14:cNvContentPartPr/>
              <p14:nvPr/>
            </p14:nvContentPartPr>
            <p14:xfrm>
              <a:off x="10530373" y="2371603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CDFF581-BF8F-AD63-4DD4-7EAFCD25911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515973" y="2357203"/>
                <a:ext cx="288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1ECCDA2-8ABF-0752-BA15-30972A97DD7E}"/>
                  </a:ext>
                </a:extLst>
              </p14:cNvPr>
              <p14:cNvContentPartPr/>
              <p14:nvPr/>
            </p14:nvContentPartPr>
            <p14:xfrm>
              <a:off x="10392493" y="2133283"/>
              <a:ext cx="5760" cy="16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1ECCDA2-8ABF-0752-BA15-30972A97DD7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382053" y="2122843"/>
                <a:ext cx="27000" cy="3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422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BERT Initial embedding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79106" y="4236097"/>
            <a:ext cx="11320465" cy="2157089"/>
          </a:xfrm>
        </p:spPr>
        <p:txBody>
          <a:bodyPr/>
          <a:lstStyle/>
          <a:p>
            <a:r>
              <a:rPr lang="en-US"/>
              <a:t>Input sequence: the text as input to the model</a:t>
            </a:r>
          </a:p>
          <a:p>
            <a:r>
              <a:rPr lang="en-US"/>
              <a:t>Token: initial embedding before training/forward pass</a:t>
            </a:r>
          </a:p>
          <a:p>
            <a:r>
              <a:rPr lang="en-US"/>
              <a:t>Segment/sentence: token type embedding (sentence 1 or sentence 2)</a:t>
            </a:r>
          </a:p>
          <a:p>
            <a:r>
              <a:rPr lang="en-US"/>
              <a:t>Position: the position of the token in the sequence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CB0AF-43EE-467A-BFF2-2321AD1F8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867" y="1075956"/>
            <a:ext cx="6477561" cy="26291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5E39202-D6A2-1F91-ED55-8413E4042B43}"/>
                  </a:ext>
                </a:extLst>
              </p14:cNvPr>
              <p14:cNvContentPartPr/>
              <p14:nvPr/>
            </p14:nvContentPartPr>
            <p14:xfrm>
              <a:off x="5549737" y="3784899"/>
              <a:ext cx="9360" cy="270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5E39202-D6A2-1F91-ED55-8413E4042B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38937" y="3774099"/>
                <a:ext cx="30600" cy="4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1820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D0A7-8985-3BE8-7688-899B2E60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Parameter Count for BERT-base(1)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5DCDA-FF9D-3FAE-DBC0-626F6159D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/>
              <a:t>Embedding Matrices:</a:t>
            </a:r>
            <a:endParaRPr lang="en-US"/>
          </a:p>
          <a:p>
            <a:pPr lvl="1" fontAlgn="base"/>
            <a:r>
              <a:rPr lang="en-US"/>
              <a:t>Word Embedding Matrix size [Vocabulary size, embedding dimension] = [30522, 768] = 23440896</a:t>
            </a:r>
          </a:p>
          <a:p>
            <a:pPr lvl="2" fontAlgn="base"/>
            <a:r>
              <a:rPr lang="en-US"/>
              <a:t>Bert uses </a:t>
            </a:r>
            <a:r>
              <a:rPr lang="en-US" err="1"/>
              <a:t>WordPiece</a:t>
            </a:r>
            <a:r>
              <a:rPr lang="en-US"/>
              <a:t> tokenizer (vocabulary size)</a:t>
            </a:r>
          </a:p>
          <a:p>
            <a:pPr lvl="2"/>
            <a:r>
              <a:rPr lang="en-US"/>
              <a:t>The </a:t>
            </a:r>
            <a:r>
              <a:rPr lang="en-US" err="1"/>
              <a:t>WordPiece</a:t>
            </a:r>
            <a:r>
              <a:rPr lang="en-US"/>
              <a:t> tokenizer follows the </a:t>
            </a:r>
            <a:r>
              <a:rPr lang="en-US" err="1"/>
              <a:t>subword</a:t>
            </a:r>
            <a:r>
              <a:rPr lang="en-US"/>
              <a:t> tokenization scheme</a:t>
            </a:r>
          </a:p>
          <a:p>
            <a:pPr lvl="2"/>
            <a:r>
              <a:rPr lang="en-US"/>
              <a:t>Consider the sentence: </a:t>
            </a:r>
          </a:p>
          <a:p>
            <a:pPr lvl="3"/>
            <a:r>
              <a:rPr lang="en-US" i="1"/>
              <a:t>"Let us start </a:t>
            </a:r>
            <a:r>
              <a:rPr lang="en-US" i="1" err="1"/>
              <a:t>pretraining</a:t>
            </a:r>
            <a:r>
              <a:rPr lang="en-US" i="1"/>
              <a:t> the model</a:t>
            </a:r>
            <a:r>
              <a:rPr lang="en-US"/>
              <a:t>.</a:t>
            </a:r>
            <a:r>
              <a:rPr lang="en-US" i="1"/>
              <a:t>”</a:t>
            </a:r>
          </a:p>
          <a:p>
            <a:pPr lvl="2"/>
            <a:r>
              <a:rPr lang="en-US"/>
              <a:t>Tokenizing based on </a:t>
            </a:r>
            <a:r>
              <a:rPr lang="en-US" err="1"/>
              <a:t>WordPiece</a:t>
            </a:r>
            <a:r>
              <a:rPr lang="en-US"/>
              <a:t> algorithm we get the tokens</a:t>
            </a:r>
          </a:p>
          <a:p>
            <a:pPr lvl="3"/>
            <a:r>
              <a:rPr lang="en-US"/>
              <a:t>[let, us, start, pre, ##train, ##</a:t>
            </a:r>
            <a:r>
              <a:rPr lang="en-US" err="1"/>
              <a:t>ing</a:t>
            </a:r>
            <a:r>
              <a:rPr lang="en-US"/>
              <a:t>, the, model] </a:t>
            </a:r>
          </a:p>
          <a:p>
            <a:pPr lvl="1" fontAlgn="base"/>
            <a:r>
              <a:rPr lang="en-US"/>
              <a:t>Position embedding matrix size, [Maximum sequence length, embedding dimension] = [512, 768] = 393216</a:t>
            </a:r>
          </a:p>
          <a:p>
            <a:pPr lvl="1" fontAlgn="base"/>
            <a:r>
              <a:rPr lang="en-US"/>
              <a:t>Segment Embedding/Token Type Embedding matrix size [2, 768] = 1536</a:t>
            </a:r>
          </a:p>
          <a:p>
            <a:pPr lvl="1" fontAlgn="base"/>
            <a:r>
              <a:rPr lang="en-US"/>
              <a:t>Embedding Layer Normalization, weight and Bias [768] + [768] = 1536</a:t>
            </a:r>
          </a:p>
          <a:p>
            <a:pPr fontAlgn="base"/>
            <a:r>
              <a:rPr lang="en-US">
                <a:solidFill>
                  <a:srgbClr val="C00000"/>
                </a:solidFill>
              </a:rPr>
              <a:t>Total Embedding parameters = </a:t>
            </a:r>
            <a:r>
              <a:rPr lang="en-US" b="1">
                <a:solidFill>
                  <a:srgbClr val="C00000"/>
                </a:solidFill>
              </a:rPr>
              <a:t>𝟐𝟑𝟖𝟑𝟕𝟏𝟖𝟒 ≈ 𝟐𝟒𝑴</a:t>
            </a:r>
            <a:endParaRPr lang="en-US">
              <a:solidFill>
                <a:srgbClr val="C00000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65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D0A7-8985-3BE8-7688-899B2E60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Parameter Count for BERT-base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5DCDA-FF9D-3FAE-DBC0-626F6159D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US" b="1"/>
              <a:t>Attention Head:</a:t>
            </a:r>
            <a:endParaRPr lang="en-US"/>
          </a:p>
          <a:p>
            <a:pPr lvl="1" fontAlgn="base"/>
            <a:r>
              <a:rPr lang="en-US"/>
              <a:t>Query Weight Matrix size [768, 64] = 49152 and Bias [64] = 64</a:t>
            </a:r>
          </a:p>
          <a:p>
            <a:pPr lvl="1" fontAlgn="base"/>
            <a:r>
              <a:rPr lang="en-US"/>
              <a:t>Key Weight Matrix size [768, 64] = 49152 and Bias [64] = 64</a:t>
            </a:r>
          </a:p>
          <a:p>
            <a:pPr lvl="1" fontAlgn="base"/>
            <a:r>
              <a:rPr lang="en-US"/>
              <a:t>Value Weight Matrix size [768, 64] = 49152 and Bias [64] = 64</a:t>
            </a:r>
          </a:p>
          <a:p>
            <a:pPr fontAlgn="base"/>
            <a:r>
              <a:rPr lang="en-US">
                <a:solidFill>
                  <a:srgbClr val="C00000"/>
                </a:solidFill>
              </a:rPr>
              <a:t>Total parameters for one layer attention with 12 heads = 12∗(3 ∗(49152+64)) = </a:t>
            </a:r>
            <a:r>
              <a:rPr lang="en-US">
                <a:solidFill>
                  <a:srgbClr val="00B0F0"/>
                </a:solidFill>
              </a:rPr>
              <a:t>1771776</a:t>
            </a:r>
          </a:p>
          <a:p>
            <a:pPr lvl="1" fontAlgn="base"/>
            <a:r>
              <a:rPr lang="en-US"/>
              <a:t>After concatenating the </a:t>
            </a:r>
            <a:r>
              <a:rPr lang="en-US" err="1"/>
              <a:t>embeddings</a:t>
            </a:r>
            <a:r>
              <a:rPr lang="en-US"/>
              <a:t> of 12 heads, a fully connected network is used </a:t>
            </a:r>
          </a:p>
          <a:p>
            <a:pPr lvl="2" fontAlgn="base"/>
            <a:r>
              <a:rPr lang="en-US"/>
              <a:t>[768, 768] = 589824 and Bias [768] = 768, (589824+768 = </a:t>
            </a:r>
            <a:r>
              <a:rPr lang="en-US">
                <a:solidFill>
                  <a:srgbClr val="00B0F0"/>
                </a:solidFill>
              </a:rPr>
              <a:t>590592</a:t>
            </a:r>
            <a:r>
              <a:rPr lang="en-US"/>
              <a:t>)</a:t>
            </a:r>
          </a:p>
          <a:p>
            <a:pPr lvl="1" fontAlgn="base"/>
            <a:r>
              <a:rPr lang="en-US"/>
              <a:t>Then, layer Normalization layer </a:t>
            </a:r>
          </a:p>
          <a:p>
            <a:pPr lvl="2" fontAlgn="base"/>
            <a:r>
              <a:rPr lang="en-US"/>
              <a:t>Weight and Bias [768], [768] = </a:t>
            </a:r>
            <a:r>
              <a:rPr lang="en-US">
                <a:solidFill>
                  <a:srgbClr val="00B0F0"/>
                </a:solidFill>
              </a:rPr>
              <a:t>1536</a:t>
            </a:r>
          </a:p>
          <a:p>
            <a:pPr lvl="1" fontAlgn="base"/>
            <a:r>
              <a:rPr lang="en-US"/>
              <a:t>Position wise feedforward network </a:t>
            </a:r>
          </a:p>
          <a:p>
            <a:pPr lvl="2" fontAlgn="base"/>
            <a:r>
              <a:rPr lang="en-US"/>
              <a:t>(1 hidden and one output) weight matrices and bias [768,3072] = 2359296, [3072] = 3072 </a:t>
            </a:r>
          </a:p>
          <a:p>
            <a:pPr lvl="2" fontAlgn="base"/>
            <a:r>
              <a:rPr lang="en-US"/>
              <a:t>Followed by [3072,768 ] = 2359296, [768] = 768, </a:t>
            </a:r>
          </a:p>
          <a:p>
            <a:pPr lvl="2" fontAlgn="base"/>
            <a:r>
              <a:rPr lang="en-US"/>
              <a:t>Parameters for this layer (2359296+3072+ 2359296+768 = </a:t>
            </a:r>
            <a:r>
              <a:rPr lang="en-US">
                <a:solidFill>
                  <a:srgbClr val="00B0F0"/>
                </a:solidFill>
              </a:rPr>
              <a:t>4722432</a:t>
            </a:r>
            <a:r>
              <a:rPr lang="en-US"/>
              <a:t>)</a:t>
            </a:r>
          </a:p>
          <a:p>
            <a:pPr lvl="1" fontAlgn="base"/>
            <a:r>
              <a:rPr lang="en-US"/>
              <a:t>Another layer Normalization weight and Bias [768], [768] = </a:t>
            </a:r>
            <a:r>
              <a:rPr lang="en-US">
                <a:solidFill>
                  <a:srgbClr val="00B0F0"/>
                </a:solidFill>
              </a:rPr>
              <a:t>1536</a:t>
            </a:r>
          </a:p>
          <a:p>
            <a:pPr fontAlgn="base"/>
            <a:r>
              <a:rPr lang="en-US">
                <a:solidFill>
                  <a:srgbClr val="C00000"/>
                </a:solidFill>
              </a:rPr>
              <a:t>Total parameters for one complete attention layer (177776 + 590592 + 1536 + 4722432 + 1536 = </a:t>
            </a:r>
            <a:r>
              <a:rPr lang="en-US" b="1">
                <a:solidFill>
                  <a:srgbClr val="C00000"/>
                </a:solidFill>
              </a:rPr>
              <a:t>7087872 ≈ 7𝑀</a:t>
            </a:r>
            <a:r>
              <a:rPr lang="en-US">
                <a:solidFill>
                  <a:srgbClr val="C00000"/>
                </a:solidFill>
              </a:rPr>
              <a:t>)</a:t>
            </a:r>
          </a:p>
          <a:p>
            <a:pPr fontAlgn="base"/>
            <a:r>
              <a:rPr lang="en-US">
                <a:solidFill>
                  <a:srgbClr val="C00000"/>
                </a:solidFill>
              </a:rPr>
              <a:t>Total parameters for 12 layers of attention (𝟏𝟐 ∗ 𝟕087872 = </a:t>
            </a:r>
            <a:r>
              <a:rPr lang="en-US" b="1">
                <a:solidFill>
                  <a:srgbClr val="C00000"/>
                </a:solidFill>
              </a:rPr>
              <a:t>𝟖𝟓0𝟓4464 ≈ 𝟖𝟓𝑴</a:t>
            </a:r>
            <a:r>
              <a:rPr lang="en-US">
                <a:solidFill>
                  <a:srgbClr val="C00000"/>
                </a:solidFill>
              </a:rPr>
              <a:t>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6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7CA0-E6E0-04EE-5E95-D94FE67B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9F717C7-2C9F-A8F2-FB20-63C7BFADDEC3}"/>
                  </a:ext>
                </a:extLst>
              </p14:cNvPr>
              <p14:cNvContentPartPr/>
              <p14:nvPr/>
            </p14:nvContentPartPr>
            <p14:xfrm>
              <a:off x="5164573" y="1807483"/>
              <a:ext cx="825840" cy="280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9F717C7-2C9F-A8F2-FB20-63C7BFADDE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53773" y="1796683"/>
                <a:ext cx="8470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F395B2C-E904-3FC8-199B-FF1038227672}"/>
                  </a:ext>
                </a:extLst>
              </p14:cNvPr>
              <p14:cNvContentPartPr/>
              <p14:nvPr/>
            </p14:nvContentPartPr>
            <p14:xfrm>
              <a:off x="5815453" y="2252083"/>
              <a:ext cx="741240" cy="386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F395B2C-E904-3FC8-199B-FF10382276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04653" y="2241283"/>
                <a:ext cx="76248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C52157B-1FE5-7A73-0897-CBEBC83716DB}"/>
                  </a:ext>
                </a:extLst>
              </p14:cNvPr>
              <p14:cNvContentPartPr/>
              <p14:nvPr/>
            </p14:nvContentPartPr>
            <p14:xfrm>
              <a:off x="4492453" y="2294203"/>
              <a:ext cx="1095840" cy="529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C52157B-1FE5-7A73-0897-CBEBC83716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81653" y="2283403"/>
                <a:ext cx="1117080" cy="5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20DB33E-8F3F-4872-A9C9-29EF1A9B6266}"/>
                  </a:ext>
                </a:extLst>
              </p14:cNvPr>
              <p14:cNvContentPartPr/>
              <p14:nvPr/>
            </p14:nvContentPartPr>
            <p14:xfrm>
              <a:off x="3841573" y="2035003"/>
              <a:ext cx="3265560" cy="2878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20DB33E-8F3F-4872-A9C9-29EF1A9B62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27173" y="2020605"/>
                <a:ext cx="3294000" cy="290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8CB9EC9-B45D-E3FC-530D-E8D118A82236}"/>
                  </a:ext>
                </a:extLst>
              </p14:cNvPr>
              <p14:cNvContentPartPr/>
              <p14:nvPr/>
            </p14:nvContentPartPr>
            <p14:xfrm>
              <a:off x="6625093" y="3892243"/>
              <a:ext cx="888840" cy="756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8CB9EC9-B45D-E3FC-530D-E8D118A8223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10693" y="3877836"/>
                <a:ext cx="917280" cy="7851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9E5B6D2-FAE6-3F9D-F41E-ED48C2D55ADC}"/>
                  </a:ext>
                </a:extLst>
              </p14:cNvPr>
              <p14:cNvContentPartPr/>
              <p14:nvPr/>
            </p14:nvContentPartPr>
            <p14:xfrm>
              <a:off x="4603693" y="1823323"/>
              <a:ext cx="1225080" cy="862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9E5B6D2-FAE6-3F9D-F41E-ED48C2D55AD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89293" y="1808923"/>
                <a:ext cx="1253520" cy="89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C1B9C12-6C95-831F-C961-C0DEEBAE2165}"/>
                  </a:ext>
                </a:extLst>
              </p14:cNvPr>
              <p14:cNvContentPartPr/>
              <p14:nvPr/>
            </p14:nvContentPartPr>
            <p14:xfrm>
              <a:off x="6503413" y="1886683"/>
              <a:ext cx="836280" cy="741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C1B9C12-6C95-831F-C961-C0DEEBAE216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89019" y="1872283"/>
                <a:ext cx="864708" cy="76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9DA3CA6-8981-60DA-1C2D-6B48DFE7BF95}"/>
                  </a:ext>
                </a:extLst>
              </p14:cNvPr>
              <p14:cNvContentPartPr/>
              <p14:nvPr/>
            </p14:nvContentPartPr>
            <p14:xfrm>
              <a:off x="3862813" y="4199323"/>
              <a:ext cx="1026720" cy="619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9DA3CA6-8981-60DA-1C2D-6B48DFE7BF9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848418" y="4184923"/>
                <a:ext cx="105515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B9C9D7B-4833-1C66-B25A-14071CB11BD9}"/>
                  </a:ext>
                </a:extLst>
              </p14:cNvPr>
              <p14:cNvContentPartPr/>
              <p14:nvPr/>
            </p14:nvContentPartPr>
            <p14:xfrm>
              <a:off x="8138533" y="1665283"/>
              <a:ext cx="1968120" cy="5392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B9C9D7B-4833-1C66-B25A-14071CB11BD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27735" y="1654490"/>
                <a:ext cx="1989356" cy="5605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56891A6-0611-FB98-D172-28904D78D701}"/>
                  </a:ext>
                </a:extLst>
              </p14:cNvPr>
              <p14:cNvContentPartPr/>
              <p14:nvPr/>
            </p14:nvContentPartPr>
            <p14:xfrm>
              <a:off x="9414373" y="2976763"/>
              <a:ext cx="2603160" cy="320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56891A6-0611-FB98-D172-28904D78D70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03574" y="2965963"/>
                <a:ext cx="2624397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C4B7A20-8D7A-A584-3491-1049443640C3}"/>
                  </a:ext>
                </a:extLst>
              </p14:cNvPr>
              <p14:cNvContentPartPr/>
              <p14:nvPr/>
            </p14:nvContentPartPr>
            <p14:xfrm>
              <a:off x="9244453" y="2426683"/>
              <a:ext cx="2740680" cy="423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C4B7A20-8D7A-A584-3491-1049443640C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33654" y="2415892"/>
                <a:ext cx="2761917" cy="444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1F49B41-A7C3-6B26-6448-E3B37809AF06}"/>
                  </a:ext>
                </a:extLst>
              </p14:cNvPr>
              <p14:cNvContentPartPr/>
              <p14:nvPr/>
            </p14:nvContentPartPr>
            <p14:xfrm>
              <a:off x="9090733" y="2072083"/>
              <a:ext cx="3016440" cy="10429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1F49B41-A7C3-6B26-6448-E3B37809AF0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079933" y="2061283"/>
                <a:ext cx="3037680" cy="10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5425257-FF38-412F-DC51-64EAFDD7EEA1}"/>
                  </a:ext>
                </a:extLst>
              </p14:cNvPr>
              <p14:cNvContentPartPr/>
              <p14:nvPr/>
            </p14:nvContentPartPr>
            <p14:xfrm>
              <a:off x="1233373" y="4262683"/>
              <a:ext cx="825120" cy="666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5425257-FF38-412F-DC51-64EAFDD7EEA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22573" y="4252243"/>
                <a:ext cx="846360" cy="68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2367CE1-26E8-0395-E22C-FE53C27561DB}"/>
                  </a:ext>
                </a:extLst>
              </p14:cNvPr>
              <p14:cNvContentPartPr/>
              <p14:nvPr/>
            </p14:nvContentPartPr>
            <p14:xfrm>
              <a:off x="433813" y="3389683"/>
              <a:ext cx="2296800" cy="973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2367CE1-26E8-0395-E22C-FE53C27561D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3013" y="3375288"/>
                <a:ext cx="2321640" cy="9986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97C38C4-089F-827A-641E-191EBE99E9B9}"/>
                  </a:ext>
                </a:extLst>
              </p14:cNvPr>
              <p14:cNvContentPartPr/>
              <p14:nvPr/>
            </p14:nvContentPartPr>
            <p14:xfrm>
              <a:off x="2703973" y="3760123"/>
              <a:ext cx="920880" cy="336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97C38C4-089F-827A-641E-191EBE99E9B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89579" y="3749323"/>
                <a:ext cx="94571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7719E43-4E3F-830B-A28D-5678378EABF6}"/>
                  </a:ext>
                </a:extLst>
              </p14:cNvPr>
              <p14:cNvContentPartPr/>
              <p14:nvPr/>
            </p14:nvContentPartPr>
            <p14:xfrm>
              <a:off x="910093" y="2760403"/>
              <a:ext cx="2122920" cy="619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7719E43-4E3F-830B-A28D-5678378EABF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99293" y="2749957"/>
                <a:ext cx="2144160" cy="640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0CF9457-0A2A-9D7E-4450-ADFD61A9B74A}"/>
                  </a:ext>
                </a:extLst>
              </p14:cNvPr>
              <p14:cNvContentPartPr/>
              <p14:nvPr/>
            </p14:nvContentPartPr>
            <p14:xfrm>
              <a:off x="534253" y="3299683"/>
              <a:ext cx="1990080" cy="968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0CF9457-0A2A-9D7E-4450-ADFD61A9B74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20213" y="3285643"/>
                <a:ext cx="2018520" cy="9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30D76A5-2782-2EDC-D406-A20066FF119B}"/>
                  </a:ext>
                </a:extLst>
              </p14:cNvPr>
              <p14:cNvContentPartPr/>
              <p14:nvPr/>
            </p14:nvContentPartPr>
            <p14:xfrm>
              <a:off x="2444413" y="3490123"/>
              <a:ext cx="1386360" cy="7675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30D76A5-2782-2EDC-D406-A20066FF119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433973" y="3479683"/>
                <a:ext cx="1407600" cy="78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CACE652-87D9-D2FA-3ED5-22CB6F0A2125}"/>
                  </a:ext>
                </a:extLst>
              </p14:cNvPr>
              <p14:cNvContentPartPr/>
              <p14:nvPr/>
            </p14:nvContentPartPr>
            <p14:xfrm>
              <a:off x="243373" y="3957763"/>
              <a:ext cx="738360" cy="4788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CACE652-87D9-D2FA-3ED5-22CB6F0A212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2573" y="3946963"/>
                <a:ext cx="75960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E57FAAE-1494-622C-30FD-99C41A228386}"/>
                  </a:ext>
                </a:extLst>
              </p14:cNvPr>
              <p14:cNvContentPartPr/>
              <p14:nvPr/>
            </p14:nvContentPartPr>
            <p14:xfrm>
              <a:off x="1126813" y="3982243"/>
              <a:ext cx="26640" cy="21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E57FAAE-1494-622C-30FD-99C41A22838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16373" y="3971803"/>
                <a:ext cx="478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21F7A50-BAB7-C149-0157-6A29205E7DE5}"/>
                  </a:ext>
                </a:extLst>
              </p14:cNvPr>
              <p14:cNvContentPartPr/>
              <p14:nvPr/>
            </p14:nvContentPartPr>
            <p14:xfrm>
              <a:off x="1450813" y="3940123"/>
              <a:ext cx="46800" cy="16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21F7A50-BAB7-C149-0157-6A29205E7DE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440373" y="3929323"/>
                <a:ext cx="680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AE022F8-5BC9-34BA-BA29-083604CDE21D}"/>
                  </a:ext>
                </a:extLst>
              </p14:cNvPr>
              <p14:cNvContentPartPr/>
              <p14:nvPr/>
            </p14:nvContentPartPr>
            <p14:xfrm>
              <a:off x="1117093" y="3013843"/>
              <a:ext cx="513000" cy="195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AE022F8-5BC9-34BA-BA29-083604CDE21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06293" y="3003384"/>
                <a:ext cx="534240" cy="2171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44D7191-C80B-FD4B-2C7E-DEF34ABC36AF}"/>
                  </a:ext>
                </a:extLst>
              </p14:cNvPr>
              <p14:cNvContentPartPr/>
              <p14:nvPr/>
            </p14:nvContentPartPr>
            <p14:xfrm>
              <a:off x="1831333" y="3717643"/>
              <a:ext cx="624240" cy="1328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44D7191-C80B-FD4B-2C7E-DEF34ABC36A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16933" y="3707175"/>
                <a:ext cx="649080" cy="157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F49EAE5-8ED5-D205-C6EA-A78197452981}"/>
                  </a:ext>
                </a:extLst>
              </p14:cNvPr>
              <p14:cNvContentPartPr/>
              <p14:nvPr/>
            </p14:nvContentPartPr>
            <p14:xfrm>
              <a:off x="1433893" y="1438843"/>
              <a:ext cx="2545560" cy="11311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F49EAE5-8ED5-D205-C6EA-A7819745298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423093" y="1428043"/>
                <a:ext cx="2566800" cy="11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3BDC626-927F-4838-8C05-93F8733A67B2}"/>
                  </a:ext>
                </a:extLst>
              </p14:cNvPr>
              <p14:cNvContentPartPr/>
              <p14:nvPr/>
            </p14:nvContentPartPr>
            <p14:xfrm>
              <a:off x="243013" y="4246843"/>
              <a:ext cx="878760" cy="15508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3BDC626-927F-4838-8C05-93F8733A67B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32217" y="4236403"/>
                <a:ext cx="899991" cy="15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510A7844-C574-EF14-11F7-09730C743B18}"/>
                  </a:ext>
                </a:extLst>
              </p14:cNvPr>
              <p14:cNvContentPartPr/>
              <p14:nvPr/>
            </p14:nvContentPartPr>
            <p14:xfrm>
              <a:off x="1000453" y="4178083"/>
              <a:ext cx="5233320" cy="21222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510A7844-C574-EF14-11F7-09730C743B1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90013" y="4167643"/>
                <a:ext cx="5254560" cy="214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428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D0A7-8985-3BE8-7688-899B2E60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Parameter Count for BERT-base (3)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5DCDA-FF9D-3FAE-DBC0-626F6159D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b="1"/>
              <a:t>Output layer of BERT Encoder:</a:t>
            </a:r>
            <a:endParaRPr lang="en-US"/>
          </a:p>
          <a:p>
            <a:pPr lvl="1" fontAlgn="base"/>
            <a:r>
              <a:rPr lang="en-US"/>
              <a:t>Dense Weight Matrix and Bias [768, 768] = 589824, [768] = 768, (589824 + 768 = 590592)</a:t>
            </a:r>
          </a:p>
          <a:p>
            <a:pPr lvl="1" fontAlgn="base"/>
            <a:r>
              <a:rPr lang="en-US" i="1">
                <a:solidFill>
                  <a:srgbClr val="C00000"/>
                </a:solidFill>
              </a:rPr>
              <a:t>Total Parameters in 𝑩𝑬𝑹𝑻 𝑩</a:t>
            </a:r>
            <a:r>
              <a:rPr lang="en-US" i="1" err="1">
                <a:solidFill>
                  <a:srgbClr val="C00000"/>
                </a:solidFill>
              </a:rPr>
              <a:t>ase</a:t>
            </a:r>
            <a:r>
              <a:rPr lang="en-US" i="1">
                <a:solidFill>
                  <a:srgbClr val="C00000"/>
                </a:solidFill>
              </a:rPr>
              <a:t> = 𝟐𝟑𝟖𝟑𝟕𝟏𝟖𝟒 (embedding) + 𝟖𝟓054464 (attention)+ 𝟓𝟗𝟎𝟓𝟗𝟐 (classification)= </a:t>
            </a:r>
            <a:r>
              <a:rPr lang="en-US" b="1" i="1">
                <a:solidFill>
                  <a:srgbClr val="C00000"/>
                </a:solidFill>
              </a:rPr>
              <a:t>𝟏𝟎𝟗482240≈ 𝟏𝟏𝟎𝑴</a:t>
            </a:r>
            <a:endParaRPr lang="en-US">
              <a:solidFill>
                <a:srgbClr val="C00000"/>
              </a:solidFill>
            </a:endParaRPr>
          </a:p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5C12796-C2C3-2DF6-D607-3B9396E6E86A}"/>
                  </a:ext>
                </a:extLst>
              </p14:cNvPr>
              <p14:cNvContentPartPr/>
              <p14:nvPr/>
            </p14:nvContentPartPr>
            <p14:xfrm>
              <a:off x="2592337" y="2133219"/>
              <a:ext cx="213480" cy="30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5C12796-C2C3-2DF6-D607-3B9396E6E8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81537" y="2122419"/>
                <a:ext cx="234720" cy="5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133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FC924-F629-C865-8553-253B221D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Pre-Training Task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B22BB-A3C9-F510-3DC9-D0EF48333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Does not need to be</a:t>
            </a:r>
          </a:p>
          <a:p>
            <a:pPr lvl="1"/>
            <a:r>
              <a:rPr lang="en-US"/>
              <a:t>Useful</a:t>
            </a:r>
          </a:p>
          <a:p>
            <a:pPr lvl="2"/>
            <a:r>
              <a:rPr lang="en-US"/>
              <a:t>Doesn’t need to have real-world application</a:t>
            </a:r>
          </a:p>
          <a:p>
            <a:pPr lvl="2"/>
            <a:r>
              <a:rPr lang="en-US"/>
              <a:t>Pre-training is the purpose</a:t>
            </a:r>
          </a:p>
          <a:p>
            <a:pPr lvl="2"/>
            <a:r>
              <a:rPr lang="en-US"/>
              <a:t>We will not use it for any real problem</a:t>
            </a:r>
          </a:p>
          <a:p>
            <a:pPr lvl="1"/>
            <a:r>
              <a:rPr lang="en-US"/>
              <a:t>Solvable</a:t>
            </a:r>
          </a:p>
          <a:p>
            <a:pPr lvl="2"/>
            <a:r>
              <a:rPr lang="en-US"/>
              <a:t>Model can perform poorly</a:t>
            </a:r>
          </a:p>
          <a:p>
            <a:pPr lvl="2"/>
            <a:r>
              <a:rPr lang="en-US"/>
              <a:t>It will try to solve a very hard problem</a:t>
            </a:r>
          </a:p>
          <a:p>
            <a:r>
              <a:rPr lang="en-US"/>
              <a:t>Needs to be</a:t>
            </a:r>
          </a:p>
          <a:p>
            <a:pPr lvl="1"/>
            <a:r>
              <a:rPr lang="en-US"/>
              <a:t>Unsupervised</a:t>
            </a:r>
          </a:p>
          <a:p>
            <a:pPr lvl="2"/>
            <a:r>
              <a:rPr lang="en-US"/>
              <a:t>Train the model on huge amount of data</a:t>
            </a:r>
          </a:p>
          <a:p>
            <a:pPr lvl="2"/>
            <a:r>
              <a:rPr lang="en-US"/>
              <a:t>We do not want to annotate data</a:t>
            </a:r>
          </a:p>
          <a:p>
            <a:pPr lvl="2"/>
            <a:r>
              <a:rPr lang="en-US"/>
              <a:t>We want to use as much data as possible</a:t>
            </a:r>
          </a:p>
          <a:p>
            <a:pPr lvl="1"/>
            <a:r>
              <a:rPr lang="en-US"/>
              <a:t>Difficult</a:t>
            </a:r>
          </a:p>
          <a:p>
            <a:pPr lvl="2"/>
            <a:r>
              <a:rPr lang="en-US"/>
              <a:t>Requires sophisticated understanding of language</a:t>
            </a:r>
          </a:p>
          <a:p>
            <a:pPr lvl="2"/>
            <a:r>
              <a:rPr lang="en-US"/>
              <a:t>So, it will be able to solve real-world problems</a:t>
            </a:r>
          </a:p>
          <a:p>
            <a:pPr lvl="2"/>
            <a:r>
              <a:rPr lang="en-US"/>
              <a:t>Must understand context</a:t>
            </a:r>
          </a:p>
        </p:txBody>
      </p:sp>
    </p:spTree>
    <p:extLst>
      <p:ext uri="{BB962C8B-B14F-4D97-AF65-F5344CB8AC3E}">
        <p14:creationId xmlns:p14="http://schemas.microsoft.com/office/powerpoint/2010/main" val="3752634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AD2E-A5DC-4F19-BBAE-971915C5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Training BERT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45932-9150-4E46-B073-54953BB4B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During training, input contains two sequences/sentences</a:t>
            </a:r>
          </a:p>
          <a:p>
            <a:r>
              <a:rPr lang="en-US"/>
              <a:t>CLS is added for classification tasks</a:t>
            </a:r>
          </a:p>
          <a:p>
            <a:r>
              <a:rPr lang="en-US"/>
              <a:t>Input embeddings are the sum of token, position and sentence embeddings.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CB0AF-43EE-467A-BFF2-2321AD1F8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610" y="3641874"/>
            <a:ext cx="6477561" cy="26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2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463D-D78F-4A23-8E64-02D3F21F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Training BERT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C7455-2FF2-40E0-A942-4B36DAF43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048" y="1707340"/>
            <a:ext cx="4973571" cy="358200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C5DACDF-9650-493C-927B-81369047E7F5}"/>
              </a:ext>
            </a:extLst>
          </p:cNvPr>
          <p:cNvGrpSpPr/>
          <p:nvPr/>
        </p:nvGrpSpPr>
        <p:grpSpPr>
          <a:xfrm>
            <a:off x="1165291" y="1689197"/>
            <a:ext cx="5429721" cy="4305673"/>
            <a:chOff x="1165291" y="1689197"/>
            <a:chExt cx="5429721" cy="430567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051B38E-040C-4C72-AF2A-CBE342F82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5808" y="5594785"/>
              <a:ext cx="5048688" cy="40008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CCB3152-4754-4ED0-8E64-938110005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5291" y="1689197"/>
              <a:ext cx="5429721" cy="3905588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559FC0B-F185-2256-1D0C-8C72CABF0A2A}"/>
                  </a:ext>
                </a:extLst>
              </p14:cNvPr>
              <p14:cNvContentPartPr/>
              <p14:nvPr/>
            </p14:nvContentPartPr>
            <p14:xfrm>
              <a:off x="4889173" y="-1038317"/>
              <a:ext cx="10800" cy="190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559FC0B-F185-2256-1D0C-8C72CABF0A2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878733" y="-1048757"/>
                <a:ext cx="32040" cy="4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7229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B579-33C1-C2CE-25C5-07EAE2A1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Making input ready: Token Substitution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B8817-7979-C14A-C771-95DA5F56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92" y="1346850"/>
            <a:ext cx="8465583" cy="4164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B94DF12-FF1B-2599-DED8-EC2080697BB9}"/>
                  </a:ext>
                </a:extLst>
              </p14:cNvPr>
              <p14:cNvContentPartPr/>
              <p14:nvPr/>
            </p14:nvContentPartPr>
            <p14:xfrm>
              <a:off x="6686257" y="3969579"/>
              <a:ext cx="18000" cy="403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B94DF12-FF1B-2599-DED8-EC2080697B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5457" y="3958779"/>
                <a:ext cx="3924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F5D91E6-A2AE-EA82-D831-419FA192F61B}"/>
                  </a:ext>
                </a:extLst>
              </p14:cNvPr>
              <p14:cNvContentPartPr/>
              <p14:nvPr/>
            </p14:nvContentPartPr>
            <p14:xfrm>
              <a:off x="3989893" y="2386363"/>
              <a:ext cx="26640" cy="57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F5D91E6-A2AE-EA82-D831-419FA192F61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979093" y="2375563"/>
                <a:ext cx="478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B2B49B3-2A85-51D0-AD00-471DA7FEB92E}"/>
                  </a:ext>
                </a:extLst>
              </p14:cNvPr>
              <p14:cNvContentPartPr/>
              <p14:nvPr/>
            </p14:nvContentPartPr>
            <p14:xfrm>
              <a:off x="7246093" y="2425603"/>
              <a:ext cx="10800" cy="3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B2B49B3-2A85-51D0-AD00-471DA7FEB92E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235653" y="2414803"/>
                <a:ext cx="32040" cy="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9301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531C-1AC5-4F8C-938F-DACE1263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Training BERT: MASKED word prediction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EFE2B-1386-4DC1-88D3-50FB9B418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pre-training task (of two)</a:t>
            </a:r>
          </a:p>
          <a:p>
            <a:pPr lvl="1"/>
            <a:r>
              <a:rPr lang="en-US"/>
              <a:t>15% of words are masked </a:t>
            </a:r>
          </a:p>
          <a:p>
            <a:pPr lvl="1"/>
            <a:r>
              <a:rPr lang="en-US"/>
              <a:t>Predict masked word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C7AE4-4443-4CBE-B8EC-4F58EA85D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963" y="2843885"/>
            <a:ext cx="7011008" cy="29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205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531C-1AC5-4F8C-938F-DACE1263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Training BERT: MASKED word prediction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EFE2B-1386-4DC1-88D3-50FB9B418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Second pre-training task (of two) </a:t>
            </a:r>
          </a:p>
          <a:p>
            <a:pPr lvl="1"/>
            <a:r>
              <a:rPr lang="en-US"/>
              <a:t>Select sentence B as the sentence after A with 50%probability </a:t>
            </a:r>
          </a:p>
          <a:p>
            <a:pPr lvl="1"/>
            <a:r>
              <a:rPr lang="en-US"/>
              <a:t>Use CLS output to classify B as next/other sentence.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E74F44-8CDB-41E7-8CDA-A12DEF74D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576" y="3429000"/>
            <a:ext cx="6706181" cy="28958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05107EB-469B-87BE-8C81-F65C14262C2C}"/>
                  </a:ext>
                </a:extLst>
              </p14:cNvPr>
              <p14:cNvContentPartPr/>
              <p14:nvPr/>
            </p14:nvContentPartPr>
            <p14:xfrm>
              <a:off x="4204057" y="4468539"/>
              <a:ext cx="244440" cy="1911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05107EB-469B-87BE-8C81-F65C14262C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9657" y="4454139"/>
                <a:ext cx="2728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C6945EF-3229-E62C-F5B2-36FE3BFFBA13}"/>
                  </a:ext>
                </a:extLst>
              </p14:cNvPr>
              <p14:cNvContentPartPr/>
              <p14:nvPr/>
            </p14:nvContentPartPr>
            <p14:xfrm>
              <a:off x="6113497" y="5050299"/>
              <a:ext cx="377640" cy="1602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C6945EF-3229-E62C-F5B2-36FE3BFFBA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99097" y="5035899"/>
                <a:ext cx="4060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FE05E45A-8759-835C-2323-256AC2FD71A4}"/>
                  </a:ext>
                </a:extLst>
              </p14:cNvPr>
              <p14:cNvContentPartPr/>
              <p14:nvPr/>
            </p14:nvContentPartPr>
            <p14:xfrm>
              <a:off x="6153457" y="4965699"/>
              <a:ext cx="53640" cy="1159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FE05E45A-8759-835C-2323-256AC2FD71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39057" y="4951299"/>
                <a:ext cx="82080" cy="14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3939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D2DF-A7AA-C6F7-3229-1694A706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BERT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EC64A-267F-27C9-375B-50F411901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538" y="681037"/>
            <a:ext cx="5190347" cy="58214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23A997-3BA5-B08D-2FB1-72F1D7790053}"/>
                  </a:ext>
                </a:extLst>
              </p14:cNvPr>
              <p14:cNvContentPartPr/>
              <p14:nvPr/>
            </p14:nvContentPartPr>
            <p14:xfrm>
              <a:off x="7144537" y="1941699"/>
              <a:ext cx="35280" cy="13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23A997-3BA5-B08D-2FB1-72F1D77900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33737" y="1930899"/>
                <a:ext cx="565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4C310EC-5BF9-4ED2-50AD-FF3C0822CB8B}"/>
                  </a:ext>
                </a:extLst>
              </p14:cNvPr>
              <p14:cNvContentPartPr/>
              <p14:nvPr/>
            </p14:nvContentPartPr>
            <p14:xfrm>
              <a:off x="5323297" y="1986339"/>
              <a:ext cx="4680" cy="4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4C310EC-5BF9-4ED2-50AD-FF3C0822CB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12497" y="1975539"/>
                <a:ext cx="259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A84D7E8-2683-6E49-241A-197096D7C468}"/>
                  </a:ext>
                </a:extLst>
              </p14:cNvPr>
              <p14:cNvContentPartPr/>
              <p14:nvPr/>
            </p14:nvContentPartPr>
            <p14:xfrm>
              <a:off x="5496457" y="3460539"/>
              <a:ext cx="79920" cy="7509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A84D7E8-2683-6E49-241A-197096D7C4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85705" y="3449734"/>
                <a:ext cx="101065" cy="772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ED7649E-426B-1B04-0F4B-E79FFDA311E3}"/>
                  </a:ext>
                </a:extLst>
              </p14:cNvPr>
              <p14:cNvContentPartPr/>
              <p14:nvPr/>
            </p14:nvContentPartPr>
            <p14:xfrm>
              <a:off x="6020257" y="2012979"/>
              <a:ext cx="22680" cy="180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ED7649E-426B-1B04-0F4B-E79FFDA311E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09283" y="2002179"/>
                <a:ext cx="44263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4469860-1E25-7811-B9D1-9FCCAFE726B7}"/>
                  </a:ext>
                </a:extLst>
              </p14:cNvPr>
              <p14:cNvContentPartPr/>
              <p14:nvPr/>
            </p14:nvContentPartPr>
            <p14:xfrm>
              <a:off x="3808777" y="4912779"/>
              <a:ext cx="36000" cy="360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4469860-1E25-7811-B9D1-9FCCAFE726B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97977" y="4901979"/>
                <a:ext cx="572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D3E8EA1-968A-8C30-421F-4EF53F570030}"/>
                  </a:ext>
                </a:extLst>
              </p14:cNvPr>
              <p14:cNvContentPartPr/>
              <p14:nvPr/>
            </p14:nvContentPartPr>
            <p14:xfrm>
              <a:off x="10678657" y="676659"/>
              <a:ext cx="4680" cy="13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D3E8EA1-968A-8C30-421F-4EF53F57003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667857" y="665859"/>
                <a:ext cx="25920" cy="3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2836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FB20D-9194-4DE4-85AC-FDDA2A1C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Masked language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D79D2-0931-4417-B614-E6DC03806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Masked language modelling can be considered similar to </a:t>
            </a:r>
            <a:r>
              <a:rPr lang="en-US" err="1"/>
              <a:t>autoencoding</a:t>
            </a:r>
            <a:r>
              <a:rPr lang="en-US"/>
              <a:t> modelling (used for word2vec)</a:t>
            </a:r>
          </a:p>
          <a:p>
            <a:pPr lvl="1"/>
            <a:r>
              <a:rPr lang="en-US"/>
              <a:t>Here auto-encoder tries to predict the corrupted input</a:t>
            </a:r>
          </a:p>
          <a:p>
            <a:r>
              <a:rPr lang="en-US"/>
              <a:t>BERT force the model to predict the masked words to complete the sentence</a:t>
            </a:r>
          </a:p>
          <a:p>
            <a:r>
              <a:rPr lang="en-US"/>
              <a:t>We can compare this type of modelling to fill in the blanks to teach kids languages</a:t>
            </a:r>
          </a:p>
          <a:p>
            <a:pPr lvl="1"/>
            <a:r>
              <a:rPr lang="en-US"/>
              <a:t>Question: what is ______ name?</a:t>
            </a:r>
          </a:p>
        </p:txBody>
      </p:sp>
    </p:spTree>
    <p:extLst>
      <p:ext uri="{BB962C8B-B14F-4D97-AF65-F5344CB8AC3E}">
        <p14:creationId xmlns:p14="http://schemas.microsoft.com/office/powerpoint/2010/main" val="1463722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2784-1B43-4381-A777-B6ACA633B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Auto-regressive (AR) training: Decoders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D97ED-122D-4812-ADEE-1D81188A2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AR language model (unlike auto-encoders) uses the context word to predict the next word (not predicting the input)</a:t>
            </a:r>
          </a:p>
          <a:p>
            <a:r>
              <a:rPr lang="en-US"/>
              <a:t>The context words may have two directions: forward or backward</a:t>
            </a:r>
          </a:p>
          <a:p>
            <a:r>
              <a:rPr lang="en-US"/>
              <a:t>GPT (a transformer decoder) uses AR modelling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45883-8313-4D43-A81F-7598DB58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111" y="3540348"/>
            <a:ext cx="7685436" cy="1848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74F6FB-3AE6-4197-89D1-5EDE50450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34" y="4937353"/>
            <a:ext cx="7277731" cy="169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978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72BFB-0F4E-48D4-BE11-8E6B3FF0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AR modelling pros and 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76352-3E70-40B8-8040-41D9A0363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AR language models have capabilities to generate language</a:t>
            </a:r>
          </a:p>
          <a:p>
            <a:pPr lvl="1"/>
            <a:r>
              <a:rPr lang="en-US"/>
              <a:t>For example, GPT and variants</a:t>
            </a:r>
          </a:p>
          <a:p>
            <a:r>
              <a:rPr lang="en-US"/>
              <a:t>Based on the language, the generation could be either from right to left or from left to right </a:t>
            </a:r>
          </a:p>
          <a:p>
            <a:pPr lvl="1"/>
            <a:r>
              <a:rPr lang="en-US"/>
              <a:t>However, AR language models cannot use both direction simultaneously</a:t>
            </a:r>
          </a:p>
          <a:p>
            <a:r>
              <a:rPr lang="en-US"/>
              <a:t>These models excel at language generation not in language understanding for classification tasks</a:t>
            </a:r>
          </a:p>
          <a:p>
            <a:pPr lvl="1"/>
            <a:r>
              <a:rPr lang="en-US"/>
              <a:t>Therefore, we cannot use  GPT (transformer decoders) for classification tasks</a:t>
            </a:r>
          </a:p>
        </p:txBody>
      </p:sp>
    </p:spTree>
    <p:extLst>
      <p:ext uri="{BB962C8B-B14F-4D97-AF65-F5344CB8AC3E}">
        <p14:creationId xmlns:p14="http://schemas.microsoft.com/office/powerpoint/2010/main" val="3566542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2784-1B43-4381-A777-B6ACA633B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Masked vs Auto-regressive (AR)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D97ED-122D-4812-ADEE-1D81188A2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AE language model tries to reconstruct the original data from corrupted (missing) input while the AR language model tries to predict the next token</a:t>
            </a:r>
          </a:p>
          <a:p>
            <a:pPr lvl="1"/>
            <a:r>
              <a:rPr lang="en-US"/>
              <a:t>BERT uses </a:t>
            </a:r>
            <a:r>
              <a:rPr lang="en-US" err="1"/>
              <a:t>autoencoder</a:t>
            </a:r>
            <a:r>
              <a:rPr lang="en-US"/>
              <a:t>(AE) language model for training while GPT uses AR model for training</a:t>
            </a:r>
          </a:p>
          <a:p>
            <a:r>
              <a:rPr lang="en-US"/>
              <a:t>BERT uses [MASK] and [SEP], [CLS], etc., special tokens to replace the original tokens in the pre-train phase</a:t>
            </a:r>
          </a:p>
          <a:p>
            <a:pPr lvl="1"/>
            <a:r>
              <a:rPr lang="en-US"/>
              <a:t>And the objective is to predict these missing tokens as well as find their </a:t>
            </a:r>
            <a:r>
              <a:rPr lang="en-US" err="1"/>
              <a:t>embeddings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21DBA-1FB1-4217-8C74-2E9B03405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819" y="4722135"/>
            <a:ext cx="6896698" cy="19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11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B3FE-D573-B6E0-D6FD-3F1F97BB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[CLS] Token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3DF63-D221-84EE-7E53-0E75F7680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BERT encoder produces a sequence of hidden states for different words/tokens</a:t>
            </a:r>
          </a:p>
          <a:p>
            <a:r>
              <a:rPr lang="en-US"/>
              <a:t>However, for classification tasks, the entire input sequence needs to be reduced to a single vector (summarization?)</a:t>
            </a:r>
          </a:p>
          <a:p>
            <a:r>
              <a:rPr lang="en-US"/>
              <a:t>There are multiple ways of converting this sequence to a single vector representation of a sentence</a:t>
            </a:r>
          </a:p>
          <a:p>
            <a:pPr lvl="1"/>
            <a:r>
              <a:rPr lang="en-US"/>
              <a:t>Max/mean pooling or applying another neural network/attention for summarization </a:t>
            </a:r>
          </a:p>
          <a:p>
            <a:pPr lvl="2"/>
            <a:r>
              <a:rPr lang="en-US"/>
              <a:t>The BERT authors, however, went with a much simpler method: </a:t>
            </a:r>
          </a:p>
          <a:p>
            <a:pPr lvl="3"/>
            <a:r>
              <a:rPr lang="en-US"/>
              <a:t>Taking the hidden state corresponding to the first token</a:t>
            </a:r>
          </a:p>
          <a:p>
            <a:r>
              <a:rPr lang="en-US"/>
              <a:t>To make this scheme work, BERT prepends a [CLS] token (short for “classification”) to the start of each sentence</a:t>
            </a:r>
          </a:p>
          <a:p>
            <a:pPr fontAlgn="base"/>
            <a:r>
              <a:rPr lang="en-US"/>
              <a:t>[CLS] appears at the very beginning of each sentence, it has a fixed embedding and a fix positional embedding, thus this token contains no information itself</a:t>
            </a:r>
          </a:p>
          <a:p>
            <a:pPr lvl="1" fontAlgn="base"/>
            <a:r>
              <a:rPr lang="en-US"/>
              <a:t>However, the output of [CLS] is inferred by all other words in this sentence, so [CLS] contains all information in other words</a:t>
            </a:r>
          </a:p>
          <a:p>
            <a:pPr lvl="2" fontAlgn="base"/>
            <a:r>
              <a:rPr lang="en-US"/>
              <a:t>This makes [CLS] a good representation for sentence-level classification</a:t>
            </a:r>
          </a:p>
          <a:p>
            <a:pPr lvl="2" fontAlgn="base"/>
            <a:r>
              <a:rPr lang="en-US"/>
              <a:t>Of course, it is possible to use an average vector, it makes sense, too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06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AA0F-E948-9CC9-C6F8-51C26F77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[CLS] token NSP classification (training)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8CE8A8-D58C-3EA1-6413-CE6D6740C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188" y="956110"/>
            <a:ext cx="8271640" cy="54755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F07922F-3367-81AC-9B3C-C6DE082F827F}"/>
                  </a:ext>
                </a:extLst>
              </p14:cNvPr>
              <p14:cNvContentPartPr/>
              <p14:nvPr/>
            </p14:nvContentPartPr>
            <p14:xfrm>
              <a:off x="1899337" y="2985339"/>
              <a:ext cx="80280" cy="53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F07922F-3367-81AC-9B3C-C6DE082F82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8537" y="2974539"/>
                <a:ext cx="1015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60E008F-D419-703B-F0DC-BCA197DF395F}"/>
                  </a:ext>
                </a:extLst>
              </p14:cNvPr>
              <p14:cNvContentPartPr/>
              <p14:nvPr/>
            </p14:nvContentPartPr>
            <p14:xfrm>
              <a:off x="2752177" y="2797419"/>
              <a:ext cx="13320" cy="46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60E008F-D419-703B-F0DC-BCA197DF395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41377" y="2786619"/>
                <a:ext cx="34560" cy="6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8768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7A6E-FEA5-4F5E-8B97-FA0CE23B8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Masked (AE) model pros and 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BC5C4-C9D4-4510-B937-8B01D7538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AE language model can see the context in both directions: forward and backward</a:t>
            </a:r>
          </a:p>
          <a:p>
            <a:r>
              <a:rPr lang="en-US"/>
              <a:t>AE language model also has its problems</a:t>
            </a:r>
          </a:p>
          <a:p>
            <a:pPr lvl="1"/>
            <a:r>
              <a:rPr lang="en-US"/>
              <a:t>It uses the [MASK] in the pre-training, but this kind of artificial symbols are absent from the real data at fine tuning time thus causing a pre-train/fine tune discrepancy</a:t>
            </a:r>
          </a:p>
          <a:p>
            <a:pPr lvl="2"/>
            <a:r>
              <a:rPr lang="en-US"/>
              <a:t>Training and prediction tasks are different</a:t>
            </a:r>
          </a:p>
          <a:p>
            <a:pPr lvl="1"/>
            <a:r>
              <a:rPr lang="en-US"/>
              <a:t>Another problem of [MASK] is it assumes the predicted (masked) tokens are independent of each other given the unmasked tokens </a:t>
            </a:r>
          </a:p>
          <a:p>
            <a:pPr lvl="2"/>
            <a:r>
              <a:rPr lang="en-US"/>
              <a:t>Suppose we mask “banking” and “crisis” for the sentence “It shows that the housing crisis was turned into a banking crisis” </a:t>
            </a:r>
          </a:p>
          <a:p>
            <a:pPr lvl="2"/>
            <a:r>
              <a:rPr lang="en-US"/>
              <a:t>The AE modeling will consider “banking” and “crisis” as independent words and will try to find embedding with that assumption </a:t>
            </a:r>
          </a:p>
          <a:p>
            <a:pPr lvl="2"/>
            <a:r>
              <a:rPr lang="en-US"/>
              <a:t>However, “banking” and “crisis” contains implicit relation to each other</a:t>
            </a:r>
          </a:p>
          <a:p>
            <a:pPr lvl="2"/>
            <a:r>
              <a:rPr lang="en-US"/>
              <a:t>The model should learn such correlations among the predicted (masked) tokens </a:t>
            </a:r>
          </a:p>
        </p:txBody>
      </p:sp>
    </p:spTree>
    <p:extLst>
      <p:ext uri="{BB962C8B-B14F-4D97-AF65-F5344CB8AC3E}">
        <p14:creationId xmlns:p14="http://schemas.microsoft.com/office/powerpoint/2010/main" val="180534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CDBDE-13F0-4203-DC04-0BF37692F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[MASK]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DDDB65-3C78-2C91-EF18-0BC768542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726" y="947846"/>
            <a:ext cx="7735613" cy="557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932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71339-B6D6-4228-9EB9-22039FF95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Finetuning BERT: classification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746D9-74A0-4D08-99FC-BE89DBD0C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Collect annotated dataset</a:t>
            </a:r>
          </a:p>
          <a:p>
            <a:r>
              <a:rPr lang="en-US"/>
              <a:t>For sequence-level classification tasks: </a:t>
            </a:r>
          </a:p>
          <a:p>
            <a:pPr lvl="1"/>
            <a:r>
              <a:rPr lang="en-US"/>
              <a:t>Use output from CLS token for classification</a:t>
            </a:r>
          </a:p>
          <a:p>
            <a:pPr lvl="1"/>
            <a:r>
              <a:rPr lang="en-US"/>
              <a:t>Add a single layer FFN</a:t>
            </a:r>
          </a:p>
          <a:p>
            <a:pPr lvl="1"/>
            <a:r>
              <a:rPr lang="en-US"/>
              <a:t>Fine-tune end-to-end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98532-59FD-48D0-8583-12E911D87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872" y="4076137"/>
            <a:ext cx="5620237" cy="231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9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C87A-643B-4EE3-B0A6-4F2B1C19F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Transformer Architecture Evolution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D01D1-B8F8-4DCA-AE77-44C93C678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305" y="1109812"/>
            <a:ext cx="6348871" cy="540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01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888D-0D7E-4364-8233-624BA69E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Encoder Branch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9025B-7A2E-496A-AB92-5626CB8E2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The first encoder-only model based on the Transformer encoder architecture was BERT</a:t>
            </a:r>
          </a:p>
          <a:p>
            <a:r>
              <a:rPr lang="en-US"/>
              <a:t>At the time it was published, it outperformed all the state-of-the-art models on the GLUE benchmark which measures natural language understanding (NLU) across several tasks of varying difficulty </a:t>
            </a:r>
          </a:p>
          <a:p>
            <a:r>
              <a:rPr lang="en-US"/>
              <a:t>Subsequently, the pre-training objective and the architecture of BERT have been adapted to further improve performance</a:t>
            </a:r>
          </a:p>
          <a:p>
            <a:r>
              <a:rPr lang="en-US"/>
              <a:t>Encoder-only models still dominate research and industry on NLU tasks such as text classification, named entity recognition, and question answering </a:t>
            </a:r>
          </a:p>
        </p:txBody>
      </p:sp>
    </p:spTree>
    <p:extLst>
      <p:ext uri="{BB962C8B-B14F-4D97-AF65-F5344CB8AC3E}">
        <p14:creationId xmlns:p14="http://schemas.microsoft.com/office/powerpoint/2010/main" val="388395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14058-4B29-4FDB-A2FC-121F667C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BERT Variants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13A53-BD9D-494B-AB19-BDFB5C2EF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err="1">
                <a:solidFill>
                  <a:srgbClr val="C00000"/>
                </a:solidFill>
              </a:rPr>
              <a:t>DistilBERT</a:t>
            </a:r>
            <a:r>
              <a:rPr lang="en-US"/>
              <a:t>: Although BERT delivers great results, it’s size can make it tricky to deploy in environments where low latencies are required. By using a technique known as knowledge distillation during </a:t>
            </a:r>
            <a:r>
              <a:rPr lang="en-US" err="1"/>
              <a:t>pretraining</a:t>
            </a:r>
            <a:r>
              <a:rPr lang="en-US"/>
              <a:t>, </a:t>
            </a:r>
            <a:r>
              <a:rPr lang="en-US" err="1"/>
              <a:t>DistilBERT</a:t>
            </a:r>
            <a:r>
              <a:rPr lang="en-US"/>
              <a:t> achieves 97% of BERT’s performance while using 40% less memory and being 60% faster</a:t>
            </a:r>
          </a:p>
          <a:p>
            <a:pPr lvl="1"/>
            <a:r>
              <a:rPr lang="en-US"/>
              <a:t>It uses roughly the same general architecture as BERT, but with only 6 encoder blocks (base BERT base has 12)</a:t>
            </a:r>
          </a:p>
          <a:p>
            <a:pPr lvl="1"/>
            <a:r>
              <a:rPr lang="en-US"/>
              <a:t>These encoder blocks are also initialized by merely taking 1 out of every 2 </a:t>
            </a:r>
            <a:r>
              <a:rPr lang="en-US" err="1"/>
              <a:t>pretrained</a:t>
            </a:r>
            <a:r>
              <a:rPr lang="en-US"/>
              <a:t> encoder blocks of BERT</a:t>
            </a:r>
          </a:p>
          <a:p>
            <a:pPr lvl="1"/>
            <a:r>
              <a:rPr lang="en-US"/>
              <a:t>Furthermore, the token-type </a:t>
            </a:r>
            <a:r>
              <a:rPr lang="en-US" err="1"/>
              <a:t>embeddings</a:t>
            </a:r>
            <a:r>
              <a:rPr lang="en-US"/>
              <a:t> is also removed</a:t>
            </a:r>
          </a:p>
          <a:p>
            <a:pPr lvl="1"/>
            <a:r>
              <a:rPr lang="en-US" err="1"/>
              <a:t>Distilbert</a:t>
            </a:r>
            <a:r>
              <a:rPr lang="en-US"/>
              <a:t> is trained using BERT as the teacher for training/distillation process, not from raw input data</a:t>
            </a:r>
          </a:p>
          <a:p>
            <a:r>
              <a:rPr lang="en-US" err="1">
                <a:solidFill>
                  <a:srgbClr val="C00000"/>
                </a:solidFill>
              </a:rPr>
              <a:t>RoBERTa</a:t>
            </a:r>
            <a:r>
              <a:rPr lang="en-US"/>
              <a:t>: A study following the release of BERT revealed that its performance can be further improved by modifying the </a:t>
            </a:r>
            <a:r>
              <a:rPr lang="en-US" err="1"/>
              <a:t>pretraining</a:t>
            </a:r>
            <a:r>
              <a:rPr lang="en-US"/>
              <a:t> scheme. Researchers found that BERT is under-trained. </a:t>
            </a:r>
            <a:r>
              <a:rPr lang="en-US" err="1"/>
              <a:t>RoBERTa</a:t>
            </a:r>
            <a:r>
              <a:rPr lang="en-US"/>
              <a:t> (from meta AI) tried to fix that.</a:t>
            </a:r>
          </a:p>
        </p:txBody>
      </p:sp>
    </p:spTree>
    <p:extLst>
      <p:ext uri="{BB962C8B-B14F-4D97-AF65-F5344CB8AC3E}">
        <p14:creationId xmlns:p14="http://schemas.microsoft.com/office/powerpoint/2010/main" val="2075599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RoBERTa</a:t>
            </a:r>
            <a:r>
              <a:rPr lang="en-US"/>
              <a:t> vs BERT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Training Corpus: </a:t>
            </a:r>
            <a:r>
              <a:rPr lang="en-US" err="1"/>
              <a:t>RoBERTa</a:t>
            </a:r>
            <a:r>
              <a:rPr lang="en-US"/>
              <a:t> is trained on a larger corpus of text compared to BERT</a:t>
            </a:r>
          </a:p>
          <a:p>
            <a:r>
              <a:rPr lang="en-US"/>
              <a:t>Dynamic Masking: </a:t>
            </a:r>
            <a:r>
              <a:rPr lang="en-US" err="1"/>
              <a:t>RoBERTa</a:t>
            </a:r>
            <a:r>
              <a:rPr lang="en-US"/>
              <a:t> uses a dynamic masking</a:t>
            </a:r>
          </a:p>
          <a:p>
            <a:pPr lvl="1"/>
            <a:r>
              <a:rPr lang="en-US"/>
              <a:t>Same sentence is masked multiple times</a:t>
            </a:r>
          </a:p>
          <a:p>
            <a:pPr lvl="1"/>
            <a:r>
              <a:rPr lang="en-US"/>
              <a:t>Each training epoch uses different masked sentences</a:t>
            </a:r>
          </a:p>
          <a:p>
            <a:r>
              <a:rPr lang="en-US"/>
              <a:t>No Next Sentence Prediction Loss: Unlike BERT, </a:t>
            </a:r>
            <a:r>
              <a:rPr lang="en-US" err="1"/>
              <a:t>RoBERTa</a:t>
            </a:r>
            <a:r>
              <a:rPr lang="en-US"/>
              <a:t> does not use a next sentence prediction (NSP) loss during pre-training. This allows </a:t>
            </a:r>
            <a:r>
              <a:rPr lang="en-US" err="1"/>
              <a:t>RoBERTa</a:t>
            </a:r>
            <a:r>
              <a:rPr lang="en-US"/>
              <a:t> to focus solely on the masked language modeling objective, leading to a more expressive language representation.</a:t>
            </a:r>
          </a:p>
          <a:p>
            <a:r>
              <a:rPr lang="en-US"/>
              <a:t>Large Byte-Pair Encoding Vocabulary: </a:t>
            </a:r>
            <a:r>
              <a:rPr lang="en-US" err="1"/>
              <a:t>RoBERTa</a:t>
            </a:r>
            <a:r>
              <a:rPr lang="en-US"/>
              <a:t> uses a larger byte-pair encoding (BPE) vocabulary size of 50k as compared to 30k size of BERT</a:t>
            </a:r>
          </a:p>
          <a:p>
            <a:r>
              <a:rPr lang="en-US"/>
              <a:t>Training Strategies: </a:t>
            </a:r>
            <a:r>
              <a:rPr lang="en-US" err="1"/>
              <a:t>RoBERTa</a:t>
            </a:r>
            <a:r>
              <a:rPr lang="en-US"/>
              <a:t> is trained more aggressively compared to BERT</a:t>
            </a:r>
          </a:p>
          <a:p>
            <a:pPr lvl="1"/>
            <a:r>
              <a:rPr lang="en-US"/>
              <a:t>Longer training, larger mini-batch, learning rate with schedules, etc. </a:t>
            </a:r>
          </a:p>
        </p:txBody>
      </p:sp>
    </p:spTree>
    <p:extLst>
      <p:ext uri="{BB962C8B-B14F-4D97-AF65-F5344CB8AC3E}">
        <p14:creationId xmlns:p14="http://schemas.microsoft.com/office/powerpoint/2010/main" val="676251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BERT Variants: A Lite BERT (ALBERT)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Like </a:t>
            </a:r>
            <a:r>
              <a:rPr lang="en-US" err="1"/>
              <a:t>Distilbert</a:t>
            </a:r>
            <a:r>
              <a:rPr lang="en-US"/>
              <a:t>, Albert reduces the model size of BERT and can be trained faster </a:t>
            </a:r>
          </a:p>
          <a:p>
            <a:pPr lvl="1"/>
            <a:r>
              <a:rPr lang="en-US"/>
              <a:t>18x fewer parameters and can be trained 1.7x faster </a:t>
            </a:r>
          </a:p>
          <a:p>
            <a:r>
              <a:rPr lang="en-US"/>
              <a:t>Unlike </a:t>
            </a:r>
            <a:r>
              <a:rPr lang="en-US" err="1"/>
              <a:t>Distilbert</a:t>
            </a:r>
            <a:r>
              <a:rPr lang="en-US"/>
              <a:t>, however, Albert does not have a tradeoff in performance </a:t>
            </a:r>
          </a:p>
          <a:p>
            <a:r>
              <a:rPr lang="en-US" err="1"/>
              <a:t>Distilbert</a:t>
            </a:r>
            <a:r>
              <a:rPr lang="en-US"/>
              <a:t> does have a slight tradeoff in performance as it uses BERT as the teacher model </a:t>
            </a:r>
          </a:p>
          <a:p>
            <a:pPr lvl="1"/>
            <a:r>
              <a:rPr lang="en-US"/>
              <a:t>ALBERT is trained from raw data</a:t>
            </a:r>
          </a:p>
          <a:p>
            <a:r>
              <a:rPr lang="en-US"/>
              <a:t>This comes from just the core difference in the way the </a:t>
            </a:r>
            <a:r>
              <a:rPr lang="en-US" err="1"/>
              <a:t>Distilbert</a:t>
            </a:r>
            <a:r>
              <a:rPr lang="en-US"/>
              <a:t> and Albert experiments are structured. </a:t>
            </a:r>
            <a:r>
              <a:rPr lang="en-US" err="1"/>
              <a:t>Distilbert</a:t>
            </a:r>
            <a:r>
              <a:rPr lang="en-US"/>
              <a:t> is trained in such a way to use BERT as the teacher for its training/distillation process. Albert, on the other hand, is trained from scratch like BERT. Better yet, Albert outperforms all previous models including BERT, Roberta, </a:t>
            </a:r>
            <a:r>
              <a:rPr lang="en-US" err="1"/>
              <a:t>Distilbert</a:t>
            </a:r>
            <a:r>
              <a:rPr lang="en-US"/>
              <a:t>, and </a:t>
            </a:r>
            <a:r>
              <a:rPr lang="en-US" err="1"/>
              <a:t>XLNet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1379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ALBERT vs BERT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>
                <a:solidFill>
                  <a:srgbClr val="FF0000"/>
                </a:solidFill>
              </a:rPr>
              <a:t>Factorized embedding parameterization:</a:t>
            </a:r>
            <a:r>
              <a:rPr lang="en-US"/>
              <a:t> ALBERT decompose the embedding matrix into 2 small matrices to separate the size of hidden layers from embedding dimension size</a:t>
            </a:r>
          </a:p>
          <a:p>
            <a:pPr lvl="1"/>
            <a:r>
              <a:rPr lang="en-US"/>
              <a:t>It becomes possible to increase the hidden layer size without modifying embedding dimension</a:t>
            </a:r>
          </a:p>
          <a:p>
            <a:pPr lvl="1"/>
            <a:r>
              <a:rPr lang="en-US"/>
              <a:t>Reasoning: call E the embedding dimensions and H the hidden dimensions, it does not make sense to always have E = H (as BERT has).</a:t>
            </a:r>
          </a:p>
          <a:p>
            <a:pPr lvl="2"/>
            <a:r>
              <a:rPr lang="en-US"/>
              <a:t>ALBERT’s solution: call V the vocabulary size, we decompose the embedding matrix from size V * H to V * E + E * H</a:t>
            </a:r>
          </a:p>
          <a:p>
            <a:pPr lvl="3"/>
            <a:r>
              <a:rPr lang="en-US"/>
              <a:t>In particular, the embedding dimensions is reduced, and a fully-connected layer with size E * H is added after the embedding phase</a:t>
            </a:r>
          </a:p>
          <a:p>
            <a:pPr lvl="2"/>
            <a:r>
              <a:rPr lang="en-US"/>
              <a:t>Specifically, ALBERT uses the E = 128 </a:t>
            </a:r>
          </a:p>
          <a:p>
            <a:pPr lvl="3"/>
            <a:r>
              <a:rPr lang="en-US"/>
              <a:t>BERT uses E = 768 for BERT</a:t>
            </a:r>
            <a:r>
              <a:rPr lang="en-US" baseline="-25000"/>
              <a:t>BASE</a:t>
            </a:r>
            <a:r>
              <a:rPr lang="en-US"/>
              <a:t> and E = 1024 for BERT</a:t>
            </a:r>
            <a:r>
              <a:rPr lang="en-US" baseline="-25000"/>
              <a:t>LARGE</a:t>
            </a:r>
            <a:r>
              <a:rPr lang="en-US"/>
              <a:t> and H = 4096 (compared to 768 in BERT</a:t>
            </a:r>
            <a:r>
              <a:rPr lang="en-US" baseline="-25000"/>
              <a:t>BASE</a:t>
            </a:r>
            <a:r>
              <a:rPr lang="en-US"/>
              <a:t> and 1024 in BERT</a:t>
            </a:r>
            <a:r>
              <a:rPr lang="en-US" baseline="-25000"/>
              <a:t>LARGE </a:t>
            </a:r>
            <a:r>
              <a:rPr lang="en-US"/>
              <a:t>)</a:t>
            </a:r>
          </a:p>
          <a:p>
            <a:r>
              <a:rPr lang="en-US">
                <a:solidFill>
                  <a:srgbClr val="FF0000"/>
                </a:solidFill>
              </a:rPr>
              <a:t>Cross-layer parameter sharing: </a:t>
            </a:r>
            <a:r>
              <a:rPr lang="en-US"/>
              <a:t>encoder blocks share all parameters</a:t>
            </a:r>
          </a:p>
          <a:p>
            <a:pPr lvl="1"/>
            <a:r>
              <a:rPr lang="en-US"/>
              <a:t>This reduce the parameter size </a:t>
            </a:r>
          </a:p>
          <a:p>
            <a:pPr lvl="1"/>
            <a:r>
              <a:rPr lang="en-US"/>
              <a:t>And add more regularization to the model</a:t>
            </a:r>
          </a:p>
          <a:p>
            <a:r>
              <a:rPr lang="en-US">
                <a:solidFill>
                  <a:srgbClr val="FF0000"/>
                </a:solidFill>
              </a:rPr>
              <a:t>Also, </a:t>
            </a:r>
            <a:r>
              <a:rPr lang="en-US"/>
              <a:t>ALBERT removes dropouts from the architecture.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4652C74-CBD4-4A96-09CD-EEE37B46B12D}"/>
                  </a:ext>
                </a:extLst>
              </p14:cNvPr>
              <p14:cNvContentPartPr/>
              <p14:nvPr/>
            </p14:nvContentPartPr>
            <p14:xfrm>
              <a:off x="5167777" y="-1113261"/>
              <a:ext cx="80280" cy="40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4652C74-CBD4-4A96-09CD-EEE37B46B12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56977" y="-1124061"/>
                <a:ext cx="101520" cy="6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18396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A186-EAB0-4997-8869-36834FC8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ALBERT vs BERT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5EFF7-89A1-4D9C-B392-2EAFE3310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Finally, the NSP objective is replaced with a sentence-ordering prediction </a:t>
            </a:r>
          </a:p>
          <a:p>
            <a:pPr lvl="1"/>
            <a:r>
              <a:rPr lang="en-US"/>
              <a:t>The model needs to predict whether or not the order of two consecutive sentences was swapped rather than predicting if they belong together at all </a:t>
            </a:r>
          </a:p>
          <a:p>
            <a:r>
              <a:rPr lang="en-US"/>
              <a:t>These (NSP and previous slide ones) changes make it possible to train even larger models with fewer parameters and reach superior performance on NLU tasks</a:t>
            </a:r>
          </a:p>
        </p:txBody>
      </p:sp>
    </p:spTree>
    <p:extLst>
      <p:ext uri="{BB962C8B-B14F-4D97-AF65-F5344CB8AC3E}">
        <p14:creationId xmlns:p14="http://schemas.microsoft.com/office/powerpoint/2010/main" val="2861228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79C0-E742-4F79-9EA8-05D93972B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BERT Variants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F96F5-3AE0-4A64-8049-FA3FAA263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err="1">
                <a:solidFill>
                  <a:srgbClr val="C00000"/>
                </a:solidFill>
              </a:rPr>
              <a:t>DeBERTa</a:t>
            </a:r>
            <a:r>
              <a:rPr lang="en-US"/>
              <a:t>: The </a:t>
            </a:r>
            <a:r>
              <a:rPr lang="en-US" err="1"/>
              <a:t>DeBERTa</a:t>
            </a:r>
            <a:r>
              <a:rPr lang="en-US"/>
              <a:t> model introduces two architectural changes </a:t>
            </a:r>
          </a:p>
          <a:p>
            <a:r>
              <a:rPr lang="en-US">
                <a:solidFill>
                  <a:srgbClr val="00B050"/>
                </a:solidFill>
              </a:rPr>
              <a:t>First</a:t>
            </a:r>
            <a:r>
              <a:rPr lang="en-US"/>
              <a:t>, each token is represented as two vectors: one for the content, the other for relative position. By separating the tokens’ content from their relative positions, the self-attention layers can better model the dependency of nearby token pairs</a:t>
            </a:r>
          </a:p>
          <a:p>
            <a:pPr lvl="1"/>
            <a:r>
              <a:rPr lang="en-US"/>
              <a:t>On the other hand, the absolute position of a word is also important, especially for decoding</a:t>
            </a:r>
          </a:p>
          <a:p>
            <a:r>
              <a:rPr lang="en-US">
                <a:solidFill>
                  <a:srgbClr val="00B050"/>
                </a:solidFill>
              </a:rPr>
              <a:t>Second</a:t>
            </a:r>
            <a:r>
              <a:rPr lang="en-US"/>
              <a:t>, an enhanced mask decoder is used to incorporate absolute positions in the decoding layer to predict the masked tokens in model pre-training </a:t>
            </a:r>
          </a:p>
          <a:p>
            <a:r>
              <a:rPr lang="en-US" err="1"/>
              <a:t>DeBERTa</a:t>
            </a:r>
            <a:r>
              <a:rPr lang="en-US"/>
              <a:t> is the first model (as an ensemble) to beat the human baseline on the </a:t>
            </a:r>
            <a:r>
              <a:rPr lang="en-US" err="1"/>
              <a:t>SuperGLUE</a:t>
            </a:r>
            <a:r>
              <a:rPr lang="en-US"/>
              <a:t> benchmark, a more difficult version of GLUE consisting of several subtasks used to measure NLU performance</a:t>
            </a:r>
          </a:p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35C2BE4-2FD1-D190-0FCE-040A5C286126}"/>
                  </a:ext>
                </a:extLst>
              </p14:cNvPr>
              <p14:cNvContentPartPr/>
              <p14:nvPr/>
            </p14:nvContentPartPr>
            <p14:xfrm>
              <a:off x="3711217" y="5632059"/>
              <a:ext cx="377640" cy="18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35C2BE4-2FD1-D190-0FCE-040A5C2861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00417" y="5621471"/>
                <a:ext cx="398880" cy="3882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9550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8F25371BF2364E9237A48B420CBFE6" ma:contentTypeVersion="14" ma:contentTypeDescription="Create a new document." ma:contentTypeScope="" ma:versionID="2a9e69bc7b9d3c4cf6a41faca233a91e">
  <xsd:schema xmlns:xsd="http://www.w3.org/2001/XMLSchema" xmlns:xs="http://www.w3.org/2001/XMLSchema" xmlns:p="http://schemas.microsoft.com/office/2006/metadata/properties" xmlns:ns3="acd04cee-d56a-427f-9d20-a2ddbaad1b8a" targetNamespace="http://schemas.microsoft.com/office/2006/metadata/properties" ma:root="true" ma:fieldsID="66afc55c35dc6a8b593a412c64b4fad1" ns3:_="">
    <xsd:import namespace="acd04cee-d56a-427f-9d20-a2ddbaad1b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04cee-d56a-427f-9d20-a2ddbaad1b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d04cee-d56a-427f-9d20-a2ddbaad1b8a" xsi:nil="true"/>
  </documentManagement>
</p:properties>
</file>

<file path=customXml/itemProps1.xml><?xml version="1.0" encoding="utf-8"?>
<ds:datastoreItem xmlns:ds="http://schemas.openxmlformats.org/officeDocument/2006/customXml" ds:itemID="{BE550BBF-3DDC-4BAA-A579-B2E957A7CB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0DDD64-2AAD-4FF9-8078-84D9F8A27F0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acd04cee-d56a-427f-9d20-a2ddbaad1b8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532200-DCD7-4AC7-8189-31A6F5934442}">
  <ds:schemaRefs>
    <ds:schemaRef ds:uri="http://schemas.microsoft.com/office/2006/metadata/properties"/>
    <ds:schemaRef ds:uri="http://www.w3.org/2000/xmlns/"/>
    <ds:schemaRef ds:uri="acd04cee-d56a-427f-9d20-a2ddbaad1b8a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CSE 495B (Natural Language Processing) Lecture 9</vt:lpstr>
      <vt:lpstr>Encoder-Decoder Transformer</vt:lpstr>
      <vt:lpstr>BERT use cases</vt:lpstr>
      <vt:lpstr>Original BERT hyperparameters</vt:lpstr>
      <vt:lpstr>BERT Initial embedding</vt:lpstr>
      <vt:lpstr>Parameter Count for BERT-base(1)</vt:lpstr>
      <vt:lpstr>Parameter Count for BERT-base (2)</vt:lpstr>
      <vt:lpstr>PowerPoint Presentation</vt:lpstr>
      <vt:lpstr>Parameter Count for BERT-base (3)</vt:lpstr>
      <vt:lpstr>Pre-Training Task</vt:lpstr>
      <vt:lpstr>Training BERT</vt:lpstr>
      <vt:lpstr>Training BERT</vt:lpstr>
      <vt:lpstr>Making input ready: Token Substitution</vt:lpstr>
      <vt:lpstr>Training BERT: MASKED word prediction</vt:lpstr>
      <vt:lpstr>Training BERT: MASKED word prediction</vt:lpstr>
      <vt:lpstr>BERT Model</vt:lpstr>
      <vt:lpstr>Masked language model</vt:lpstr>
      <vt:lpstr>Auto-regressive (AR) training: Decoders</vt:lpstr>
      <vt:lpstr>AR modelling pros and cons</vt:lpstr>
      <vt:lpstr>Masked vs Auto-regressive (AR) training</vt:lpstr>
      <vt:lpstr>[CLS] Token</vt:lpstr>
      <vt:lpstr>[CLS] token NSP classification (training)</vt:lpstr>
      <vt:lpstr>Masked (AE) model pros and cons</vt:lpstr>
      <vt:lpstr>[MASK] Classification</vt:lpstr>
      <vt:lpstr>Finetuning BERT: classification</vt:lpstr>
      <vt:lpstr>Transformer Architecture Evolution</vt:lpstr>
      <vt:lpstr>The Encoder Branch</vt:lpstr>
      <vt:lpstr>BERT Variants</vt:lpstr>
      <vt:lpstr>RoBERTa vs BERT</vt:lpstr>
      <vt:lpstr>BERT Variants: A Lite BERT (ALBERT)</vt:lpstr>
      <vt:lpstr>ALBERT vs BERT</vt:lpstr>
      <vt:lpstr>ALBERT vs BERT (2)</vt:lpstr>
      <vt:lpstr>BERT Variants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495 (Natural Language Processing) Lecture 2</dc:title>
  <dc:creator>Mohammad Khan</dc:creator>
  <cp:lastModifiedBy>Mohammad Khan</cp:lastModifiedBy>
  <cp:revision>41</cp:revision>
  <dcterms:created xsi:type="dcterms:W3CDTF">2018-11-03T12:07:21Z</dcterms:created>
  <dcterms:modified xsi:type="dcterms:W3CDTF">2025-12-01T13:44:05Z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0x010100688F25371BF2364E9237A48B420CBFE6</vt:lpwstr>
  </property>
</Properties>
</file>